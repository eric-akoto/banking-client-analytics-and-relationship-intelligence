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9C486A-88E4-4B83-A75B-FAA4AB5BA35A}" v="30" dt="2025-11-06T17:15:08.7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 snapToGrid="0">
      <p:cViewPr varScale="1">
        <p:scale>
          <a:sx n="76" d="100"/>
          <a:sy n="76" d="100"/>
        </p:scale>
        <p:origin x="45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Akoto" userId="3361b231f76eb4bd" providerId="LiveId" clId="{EE337569-5E8B-41CD-8E4E-A14915C61AC6}"/>
    <pc:docChg chg="undo custSel addSld delSld modSld">
      <pc:chgData name="Eric Akoto" userId="3361b231f76eb4bd" providerId="LiveId" clId="{EE337569-5E8B-41CD-8E4E-A14915C61AC6}" dt="2025-11-06T19:07:47.880" v="761" actId="20577"/>
      <pc:docMkLst>
        <pc:docMk/>
      </pc:docMkLst>
      <pc:sldChg chg="addSp delSp modSp mod">
        <pc:chgData name="Eric Akoto" userId="3361b231f76eb4bd" providerId="LiveId" clId="{EE337569-5E8B-41CD-8E4E-A14915C61AC6}" dt="2025-11-06T19:07:47.880" v="761" actId="20577"/>
        <pc:sldMkLst>
          <pc:docMk/>
          <pc:sldMk cId="1422874586" sldId="257"/>
        </pc:sldMkLst>
        <pc:spChg chg="add mod">
          <ac:chgData name="Eric Akoto" userId="3361b231f76eb4bd" providerId="LiveId" clId="{EE337569-5E8B-41CD-8E4E-A14915C61AC6}" dt="2025-11-05T13:55:12.863" v="520"/>
          <ac:spMkLst>
            <pc:docMk/>
            <pc:sldMk cId="1422874586" sldId="257"/>
            <ac:spMk id="2" creationId="{FD3E91CF-F573-9256-988B-45C52E47A8CC}"/>
          </ac:spMkLst>
        </pc:spChg>
        <pc:spChg chg="add mod">
          <ac:chgData name="Eric Akoto" userId="3361b231f76eb4bd" providerId="LiveId" clId="{EE337569-5E8B-41CD-8E4E-A14915C61AC6}" dt="2025-11-05T13:55:12.863" v="520"/>
          <ac:spMkLst>
            <pc:docMk/>
            <pc:sldMk cId="1422874586" sldId="257"/>
            <ac:spMk id="3" creationId="{BDF01413-0EAA-D819-A08C-95424EE82673}"/>
          </ac:spMkLst>
        </pc:spChg>
        <pc:spChg chg="mod">
          <ac:chgData name="Eric Akoto" userId="3361b231f76eb4bd" providerId="LiveId" clId="{EE337569-5E8B-41CD-8E4E-A14915C61AC6}" dt="2025-11-06T19:07:47.880" v="761" actId="20577"/>
          <ac:spMkLst>
            <pc:docMk/>
            <pc:sldMk cId="1422874586" sldId="257"/>
            <ac:spMk id="22" creationId="{1ADFE1E5-5692-1197-7A79-F86B89EDFD46}"/>
          </ac:spMkLst>
        </pc:spChg>
        <pc:spChg chg="del">
          <ac:chgData name="Eric Akoto" userId="3361b231f76eb4bd" providerId="LiveId" clId="{EE337569-5E8B-41CD-8E4E-A14915C61AC6}" dt="2025-11-05T13:55:10.769" v="519" actId="478"/>
          <ac:spMkLst>
            <pc:docMk/>
            <pc:sldMk cId="1422874586" sldId="257"/>
            <ac:spMk id="29" creationId="{D19457B0-9B4B-38D2-162C-E881A120B5A9}"/>
          </ac:spMkLst>
        </pc:spChg>
        <pc:spChg chg="del">
          <ac:chgData name="Eric Akoto" userId="3361b231f76eb4bd" providerId="LiveId" clId="{EE337569-5E8B-41CD-8E4E-A14915C61AC6}" dt="2025-11-05T13:55:10.769" v="519" actId="478"/>
          <ac:spMkLst>
            <pc:docMk/>
            <pc:sldMk cId="1422874586" sldId="257"/>
            <ac:spMk id="31" creationId="{CC6EE30D-291A-D049-46AE-C207AD651D7A}"/>
          </ac:spMkLst>
        </pc:spChg>
        <pc:spChg chg="mod">
          <ac:chgData name="Eric Akoto" userId="3361b231f76eb4bd" providerId="LiveId" clId="{EE337569-5E8B-41CD-8E4E-A14915C61AC6}" dt="2025-11-05T06:21:45.366" v="333" actId="122"/>
          <ac:spMkLst>
            <pc:docMk/>
            <pc:sldMk cId="1422874586" sldId="257"/>
            <ac:spMk id="41" creationId="{7D185359-B73D-1F88-48F4-9BE412AD2DFC}"/>
          </ac:spMkLst>
        </pc:spChg>
        <pc:spChg chg="mod">
          <ac:chgData name="Eric Akoto" userId="3361b231f76eb4bd" providerId="LiveId" clId="{EE337569-5E8B-41CD-8E4E-A14915C61AC6}" dt="2025-11-05T06:21:46.773" v="334" actId="122"/>
          <ac:spMkLst>
            <pc:docMk/>
            <pc:sldMk cId="1422874586" sldId="257"/>
            <ac:spMk id="42" creationId="{CC3CC3B2-616C-95F7-F16E-F1DF3A5A0FE1}"/>
          </ac:spMkLst>
        </pc:spChg>
        <pc:spChg chg="mod">
          <ac:chgData name="Eric Akoto" userId="3361b231f76eb4bd" providerId="LiveId" clId="{EE337569-5E8B-41CD-8E4E-A14915C61AC6}" dt="2025-11-05T06:21:48.149" v="335" actId="122"/>
          <ac:spMkLst>
            <pc:docMk/>
            <pc:sldMk cId="1422874586" sldId="257"/>
            <ac:spMk id="43" creationId="{385289BA-FB5E-719E-6DB1-52EAFA349836}"/>
          </ac:spMkLst>
        </pc:spChg>
        <pc:spChg chg="mod">
          <ac:chgData name="Eric Akoto" userId="3361b231f76eb4bd" providerId="LiveId" clId="{EE337569-5E8B-41CD-8E4E-A14915C61AC6}" dt="2025-11-05T05:12:55.991" v="0" actId="1076"/>
          <ac:spMkLst>
            <pc:docMk/>
            <pc:sldMk cId="1422874586" sldId="257"/>
            <ac:spMk id="44" creationId="{F4F8ED36-392C-9A10-56EB-6183A7015413}"/>
          </ac:spMkLst>
        </pc:spChg>
      </pc:sldChg>
      <pc:sldChg chg="addSp delSp modSp mod">
        <pc:chgData name="Eric Akoto" userId="3361b231f76eb4bd" providerId="LiveId" clId="{EE337569-5E8B-41CD-8E4E-A14915C61AC6}" dt="2025-11-06T19:06:42.698" v="719" actId="20577"/>
        <pc:sldMkLst>
          <pc:docMk/>
          <pc:sldMk cId="3222800476" sldId="258"/>
        </pc:sldMkLst>
        <pc:spChg chg="mod">
          <ac:chgData name="Eric Akoto" userId="3361b231f76eb4bd" providerId="LiveId" clId="{EE337569-5E8B-41CD-8E4E-A14915C61AC6}" dt="2025-11-05T06:05:15.472" v="145" actId="14100"/>
          <ac:spMkLst>
            <pc:docMk/>
            <pc:sldMk cId="3222800476" sldId="258"/>
            <ac:spMk id="2" creationId="{6E4A8B5B-6BB1-5679-763E-5FFF5CCF6BE1}"/>
          </ac:spMkLst>
        </pc:spChg>
        <pc:spChg chg="mod">
          <ac:chgData name="Eric Akoto" userId="3361b231f76eb4bd" providerId="LiveId" clId="{EE337569-5E8B-41CD-8E4E-A14915C61AC6}" dt="2025-11-05T06:04:33.205" v="141" actId="1076"/>
          <ac:spMkLst>
            <pc:docMk/>
            <pc:sldMk cId="3222800476" sldId="258"/>
            <ac:spMk id="3" creationId="{E49F160D-AD43-4C00-4638-06B736D45B3F}"/>
          </ac:spMkLst>
        </pc:spChg>
        <pc:spChg chg="add mod">
          <ac:chgData name="Eric Akoto" userId="3361b231f76eb4bd" providerId="LiveId" clId="{EE337569-5E8B-41CD-8E4E-A14915C61AC6}" dt="2025-11-05T06:04:33.205" v="141" actId="1076"/>
          <ac:spMkLst>
            <pc:docMk/>
            <pc:sldMk cId="3222800476" sldId="258"/>
            <ac:spMk id="5" creationId="{F713E2E4-3F3D-AF4A-5A01-ACC096DA96E8}"/>
          </ac:spMkLst>
        </pc:spChg>
        <pc:spChg chg="add mod">
          <ac:chgData name="Eric Akoto" userId="3361b231f76eb4bd" providerId="LiveId" clId="{EE337569-5E8B-41CD-8E4E-A14915C61AC6}" dt="2025-11-06T17:11:06.419" v="680" actId="20577"/>
          <ac:spMkLst>
            <pc:docMk/>
            <pc:sldMk cId="3222800476" sldId="258"/>
            <ac:spMk id="6" creationId="{60816F47-9DAD-D82E-3C90-B825BFBB4D63}"/>
          </ac:spMkLst>
        </pc:spChg>
        <pc:spChg chg="add mod">
          <ac:chgData name="Eric Akoto" userId="3361b231f76eb4bd" providerId="LiveId" clId="{EE337569-5E8B-41CD-8E4E-A14915C61AC6}" dt="2025-11-06T16:55:49.893" v="617" actId="1076"/>
          <ac:spMkLst>
            <pc:docMk/>
            <pc:sldMk cId="3222800476" sldId="258"/>
            <ac:spMk id="7" creationId="{89141E1D-D330-BBEE-C77B-18FC054B3763}"/>
          </ac:spMkLst>
        </pc:spChg>
        <pc:spChg chg="add mod">
          <ac:chgData name="Eric Akoto" userId="3361b231f76eb4bd" providerId="LiveId" clId="{EE337569-5E8B-41CD-8E4E-A14915C61AC6}" dt="2025-11-06T16:56:22.736" v="623" actId="1076"/>
          <ac:spMkLst>
            <pc:docMk/>
            <pc:sldMk cId="3222800476" sldId="258"/>
            <ac:spMk id="8" creationId="{E03D81F8-8DB9-C2F2-01BC-505192E57987}"/>
          </ac:spMkLst>
        </pc:spChg>
        <pc:spChg chg="add mod">
          <ac:chgData name="Eric Akoto" userId="3361b231f76eb4bd" providerId="LiveId" clId="{EE337569-5E8B-41CD-8E4E-A14915C61AC6}" dt="2025-11-05T13:55:02.749" v="518"/>
          <ac:spMkLst>
            <pc:docMk/>
            <pc:sldMk cId="3222800476" sldId="258"/>
            <ac:spMk id="9" creationId="{86CAC520-D6E5-D395-0D43-DE2E97788D39}"/>
          </ac:spMkLst>
        </pc:spChg>
        <pc:spChg chg="add mod">
          <ac:chgData name="Eric Akoto" userId="3361b231f76eb4bd" providerId="LiveId" clId="{EE337569-5E8B-41CD-8E4E-A14915C61AC6}" dt="2025-11-05T13:55:02.749" v="518"/>
          <ac:spMkLst>
            <pc:docMk/>
            <pc:sldMk cId="3222800476" sldId="258"/>
            <ac:spMk id="10" creationId="{8EE64038-6D5E-041C-E444-11D74F9BFD33}"/>
          </ac:spMkLst>
        </pc:spChg>
        <pc:spChg chg="mod">
          <ac:chgData name="Eric Akoto" userId="3361b231f76eb4bd" providerId="LiveId" clId="{EE337569-5E8B-41CD-8E4E-A14915C61AC6}" dt="2025-11-05T06:04:33.205" v="141" actId="1076"/>
          <ac:spMkLst>
            <pc:docMk/>
            <pc:sldMk cId="3222800476" sldId="258"/>
            <ac:spMk id="28" creationId="{6BC7740E-A196-C9CB-4696-023B458EA63C}"/>
          </ac:spMkLst>
        </pc:spChg>
        <pc:spChg chg="mod">
          <ac:chgData name="Eric Akoto" userId="3361b231f76eb4bd" providerId="LiveId" clId="{EE337569-5E8B-41CD-8E4E-A14915C61AC6}" dt="2025-11-05T06:04:33.205" v="141" actId="1076"/>
          <ac:spMkLst>
            <pc:docMk/>
            <pc:sldMk cId="3222800476" sldId="258"/>
            <ac:spMk id="35" creationId="{540F4855-B978-E406-527C-E869FC59E115}"/>
          </ac:spMkLst>
        </pc:spChg>
        <pc:spChg chg="mod">
          <ac:chgData name="Eric Akoto" userId="3361b231f76eb4bd" providerId="LiveId" clId="{EE337569-5E8B-41CD-8E4E-A14915C61AC6}" dt="2025-11-05T06:04:33.205" v="141" actId="1076"/>
          <ac:spMkLst>
            <pc:docMk/>
            <pc:sldMk cId="3222800476" sldId="258"/>
            <ac:spMk id="38" creationId="{505F82E7-48D5-7A64-C376-D0DE35BEE001}"/>
          </ac:spMkLst>
        </pc:spChg>
        <pc:spChg chg="mod">
          <ac:chgData name="Eric Akoto" userId="3361b231f76eb4bd" providerId="LiveId" clId="{EE337569-5E8B-41CD-8E4E-A14915C61AC6}" dt="2025-11-05T06:15:01.631" v="212" actId="14100"/>
          <ac:spMkLst>
            <pc:docMk/>
            <pc:sldMk cId="3222800476" sldId="258"/>
            <ac:spMk id="39" creationId="{EC04CFD3-7944-A7D6-18F9-60629E686BDE}"/>
          </ac:spMkLst>
        </pc:spChg>
        <pc:spChg chg="mod">
          <ac:chgData name="Eric Akoto" userId="3361b231f76eb4bd" providerId="LiveId" clId="{EE337569-5E8B-41CD-8E4E-A14915C61AC6}" dt="2025-11-06T17:00:20.104" v="636" actId="1076"/>
          <ac:spMkLst>
            <pc:docMk/>
            <pc:sldMk cId="3222800476" sldId="258"/>
            <ac:spMk id="40" creationId="{AE20CE99-B596-3078-F27C-0A808A4F3D09}"/>
          </ac:spMkLst>
        </pc:spChg>
        <pc:spChg chg="mod">
          <ac:chgData name="Eric Akoto" userId="3361b231f76eb4bd" providerId="LiveId" clId="{EE337569-5E8B-41CD-8E4E-A14915C61AC6}" dt="2025-11-05T06:15:01.631" v="212" actId="14100"/>
          <ac:spMkLst>
            <pc:docMk/>
            <pc:sldMk cId="3222800476" sldId="258"/>
            <ac:spMk id="41" creationId="{B3AFD1B0-E4CA-52D7-8B42-F67724ED1D2C}"/>
          </ac:spMkLst>
        </pc:spChg>
        <pc:spChg chg="mod">
          <ac:chgData name="Eric Akoto" userId="3361b231f76eb4bd" providerId="LiveId" clId="{EE337569-5E8B-41CD-8E4E-A14915C61AC6}" dt="2025-11-05T06:15:08.864" v="213" actId="14100"/>
          <ac:spMkLst>
            <pc:docMk/>
            <pc:sldMk cId="3222800476" sldId="258"/>
            <ac:spMk id="42" creationId="{5848043B-FB42-896A-FD27-230F3EACBC67}"/>
          </ac:spMkLst>
        </pc:spChg>
        <pc:spChg chg="mod">
          <ac:chgData name="Eric Akoto" userId="3361b231f76eb4bd" providerId="LiveId" clId="{EE337569-5E8B-41CD-8E4E-A14915C61AC6}" dt="2025-11-05T06:04:33.205" v="141" actId="1076"/>
          <ac:spMkLst>
            <pc:docMk/>
            <pc:sldMk cId="3222800476" sldId="258"/>
            <ac:spMk id="43" creationId="{4ACA76F5-BB54-6BAF-FC53-04243F274A16}"/>
          </ac:spMkLst>
        </pc:spChg>
        <pc:spChg chg="mod">
          <ac:chgData name="Eric Akoto" userId="3361b231f76eb4bd" providerId="LiveId" clId="{EE337569-5E8B-41CD-8E4E-A14915C61AC6}" dt="2025-11-05T06:04:33.205" v="141" actId="1076"/>
          <ac:spMkLst>
            <pc:docMk/>
            <pc:sldMk cId="3222800476" sldId="258"/>
            <ac:spMk id="44" creationId="{6FB12233-089C-1C61-8B5F-E604836734F9}"/>
          </ac:spMkLst>
        </pc:spChg>
        <pc:spChg chg="mod">
          <ac:chgData name="Eric Akoto" userId="3361b231f76eb4bd" providerId="LiveId" clId="{EE337569-5E8B-41CD-8E4E-A14915C61AC6}" dt="2025-11-05T06:04:33.205" v="141" actId="1076"/>
          <ac:spMkLst>
            <pc:docMk/>
            <pc:sldMk cId="3222800476" sldId="258"/>
            <ac:spMk id="45" creationId="{77FE4407-5A26-CFF9-07D9-20B4AA8B0956}"/>
          </ac:spMkLst>
        </pc:spChg>
        <pc:spChg chg="mod">
          <ac:chgData name="Eric Akoto" userId="3361b231f76eb4bd" providerId="LiveId" clId="{EE337569-5E8B-41CD-8E4E-A14915C61AC6}" dt="2025-11-06T19:06:42.698" v="719" actId="20577"/>
          <ac:spMkLst>
            <pc:docMk/>
            <pc:sldMk cId="3222800476" sldId="258"/>
            <ac:spMk id="46" creationId="{66B4514C-93A0-30CD-A3A8-243E3818F53B}"/>
          </ac:spMkLst>
        </pc:spChg>
        <pc:spChg chg="del mod">
          <ac:chgData name="Eric Akoto" userId="3361b231f76eb4bd" providerId="LiveId" clId="{EE337569-5E8B-41CD-8E4E-A14915C61AC6}" dt="2025-11-05T13:55:01.043" v="517" actId="478"/>
          <ac:spMkLst>
            <pc:docMk/>
            <pc:sldMk cId="3222800476" sldId="258"/>
            <ac:spMk id="51" creationId="{E4F89412-C67B-6E84-F8A4-D3AD3EFFC2E0}"/>
          </ac:spMkLst>
        </pc:spChg>
        <pc:spChg chg="del">
          <ac:chgData name="Eric Akoto" userId="3361b231f76eb4bd" providerId="LiveId" clId="{EE337569-5E8B-41CD-8E4E-A14915C61AC6}" dt="2025-11-05T13:55:01.043" v="517" actId="478"/>
          <ac:spMkLst>
            <pc:docMk/>
            <pc:sldMk cId="3222800476" sldId="258"/>
            <ac:spMk id="52" creationId="{38CBC07D-39D7-49DE-8921-0208A38E58FB}"/>
          </ac:spMkLst>
        </pc:spChg>
        <pc:spChg chg="mod">
          <ac:chgData name="Eric Akoto" userId="3361b231f76eb4bd" providerId="LiveId" clId="{EE337569-5E8B-41CD-8E4E-A14915C61AC6}" dt="2025-11-05T06:21:37.301" v="330" actId="122"/>
          <ac:spMkLst>
            <pc:docMk/>
            <pc:sldMk cId="3222800476" sldId="258"/>
            <ac:spMk id="59" creationId="{82874280-3E42-135E-9684-963A24B342D2}"/>
          </ac:spMkLst>
        </pc:spChg>
        <pc:spChg chg="mod">
          <ac:chgData name="Eric Akoto" userId="3361b231f76eb4bd" providerId="LiveId" clId="{EE337569-5E8B-41CD-8E4E-A14915C61AC6}" dt="2025-11-05T06:21:38.504" v="331" actId="122"/>
          <ac:spMkLst>
            <pc:docMk/>
            <pc:sldMk cId="3222800476" sldId="258"/>
            <ac:spMk id="60" creationId="{5D0919D4-A967-1034-21E9-1895423C7081}"/>
          </ac:spMkLst>
        </pc:spChg>
        <pc:spChg chg="mod">
          <ac:chgData name="Eric Akoto" userId="3361b231f76eb4bd" providerId="LiveId" clId="{EE337569-5E8B-41CD-8E4E-A14915C61AC6}" dt="2025-11-05T06:21:40.599" v="332" actId="122"/>
          <ac:spMkLst>
            <pc:docMk/>
            <pc:sldMk cId="3222800476" sldId="258"/>
            <ac:spMk id="61" creationId="{F1B2A438-D4AE-BC0F-9884-69B94F862521}"/>
          </ac:spMkLst>
        </pc:spChg>
      </pc:sldChg>
      <pc:sldChg chg="addSp modSp del mod">
        <pc:chgData name="Eric Akoto" userId="3361b231f76eb4bd" providerId="LiveId" clId="{EE337569-5E8B-41CD-8E4E-A14915C61AC6}" dt="2025-11-05T06:22:14.227" v="336" actId="2696"/>
        <pc:sldMkLst>
          <pc:docMk/>
          <pc:sldMk cId="2772765072" sldId="259"/>
        </pc:sldMkLst>
        <pc:spChg chg="mod">
          <ac:chgData name="Eric Akoto" userId="3361b231f76eb4bd" providerId="LiveId" clId="{EE337569-5E8B-41CD-8E4E-A14915C61AC6}" dt="2025-11-05T06:07:27.153" v="146" actId="1076"/>
          <ac:spMkLst>
            <pc:docMk/>
            <pc:sldMk cId="2772765072" sldId="259"/>
            <ac:spMk id="2" creationId="{DE95C891-866A-EAA7-F552-48F92FA9C910}"/>
          </ac:spMkLst>
        </pc:spChg>
        <pc:spChg chg="mod">
          <ac:chgData name="Eric Akoto" userId="3361b231f76eb4bd" providerId="LiveId" clId="{EE337569-5E8B-41CD-8E4E-A14915C61AC6}" dt="2025-11-05T06:07:27.153" v="146" actId="1076"/>
          <ac:spMkLst>
            <pc:docMk/>
            <pc:sldMk cId="2772765072" sldId="259"/>
            <ac:spMk id="3" creationId="{974916C3-1B63-5B19-5D01-82270177BF77}"/>
          </ac:spMkLst>
        </pc:spChg>
        <pc:spChg chg="add mod">
          <ac:chgData name="Eric Akoto" userId="3361b231f76eb4bd" providerId="LiveId" clId="{EE337569-5E8B-41CD-8E4E-A14915C61AC6}" dt="2025-11-05T05:43:13.965" v="51" actId="1076"/>
          <ac:spMkLst>
            <pc:docMk/>
            <pc:sldMk cId="2772765072" sldId="259"/>
            <ac:spMk id="7" creationId="{665086DE-E6C3-D00F-0B16-C8177AC7BB86}"/>
          </ac:spMkLst>
        </pc:spChg>
        <pc:spChg chg="add mod">
          <ac:chgData name="Eric Akoto" userId="3361b231f76eb4bd" providerId="LiveId" clId="{EE337569-5E8B-41CD-8E4E-A14915C61AC6}" dt="2025-11-05T06:07:27.153" v="146" actId="1076"/>
          <ac:spMkLst>
            <pc:docMk/>
            <pc:sldMk cId="2772765072" sldId="259"/>
            <ac:spMk id="11" creationId="{0B2E2BA5-D4B7-81AE-9A8A-1745E8666593}"/>
          </ac:spMkLst>
        </pc:spChg>
        <pc:spChg chg="mod">
          <ac:chgData name="Eric Akoto" userId="3361b231f76eb4bd" providerId="LiveId" clId="{EE337569-5E8B-41CD-8E4E-A14915C61AC6}" dt="2025-11-05T05:41:28.224" v="22" actId="1076"/>
          <ac:spMkLst>
            <pc:docMk/>
            <pc:sldMk cId="2772765072" sldId="259"/>
            <ac:spMk id="28" creationId="{1FDA6A4B-96B7-117D-E6F6-BF0A05AF466E}"/>
          </ac:spMkLst>
        </pc:spChg>
        <pc:spChg chg="mod">
          <ac:chgData name="Eric Akoto" userId="3361b231f76eb4bd" providerId="LiveId" clId="{EE337569-5E8B-41CD-8E4E-A14915C61AC6}" dt="2025-11-05T06:07:27.153" v="146" actId="1076"/>
          <ac:spMkLst>
            <pc:docMk/>
            <pc:sldMk cId="2772765072" sldId="259"/>
            <ac:spMk id="35" creationId="{27EA45BA-AFB3-4697-9CCF-D0372F47F81B}"/>
          </ac:spMkLst>
        </pc:spChg>
        <pc:spChg chg="mod">
          <ac:chgData name="Eric Akoto" userId="3361b231f76eb4bd" providerId="LiveId" clId="{EE337569-5E8B-41CD-8E4E-A14915C61AC6}" dt="2025-11-05T06:07:27.153" v="146" actId="1076"/>
          <ac:spMkLst>
            <pc:docMk/>
            <pc:sldMk cId="2772765072" sldId="259"/>
            <ac:spMk id="38" creationId="{BB734E4D-660B-3AF4-21B5-15FC3EAE4B08}"/>
          </ac:spMkLst>
        </pc:spChg>
        <pc:spChg chg="mod">
          <ac:chgData name="Eric Akoto" userId="3361b231f76eb4bd" providerId="LiveId" clId="{EE337569-5E8B-41CD-8E4E-A14915C61AC6}" dt="2025-11-05T06:07:27.153" v="146" actId="1076"/>
          <ac:spMkLst>
            <pc:docMk/>
            <pc:sldMk cId="2772765072" sldId="259"/>
            <ac:spMk id="39" creationId="{5B2D2007-889C-9B76-3356-60CE74047804}"/>
          </ac:spMkLst>
        </pc:spChg>
        <pc:spChg chg="mod">
          <ac:chgData name="Eric Akoto" userId="3361b231f76eb4bd" providerId="LiveId" clId="{EE337569-5E8B-41CD-8E4E-A14915C61AC6}" dt="2025-11-05T05:41:36.472" v="23" actId="1076"/>
          <ac:spMkLst>
            <pc:docMk/>
            <pc:sldMk cId="2772765072" sldId="259"/>
            <ac:spMk id="40" creationId="{D30EBD32-CAA7-9BFE-C551-1723D1F2C123}"/>
          </ac:spMkLst>
        </pc:spChg>
        <pc:spChg chg="mod">
          <ac:chgData name="Eric Akoto" userId="3361b231f76eb4bd" providerId="LiveId" clId="{EE337569-5E8B-41CD-8E4E-A14915C61AC6}" dt="2025-11-05T05:41:36.472" v="23" actId="1076"/>
          <ac:spMkLst>
            <pc:docMk/>
            <pc:sldMk cId="2772765072" sldId="259"/>
            <ac:spMk id="41" creationId="{CCFAA83C-9FF2-B2CA-3A63-30384D5DBE8E}"/>
          </ac:spMkLst>
        </pc:spChg>
        <pc:spChg chg="mod">
          <ac:chgData name="Eric Akoto" userId="3361b231f76eb4bd" providerId="LiveId" clId="{EE337569-5E8B-41CD-8E4E-A14915C61AC6}" dt="2025-11-05T05:41:48.768" v="24" actId="14100"/>
          <ac:spMkLst>
            <pc:docMk/>
            <pc:sldMk cId="2772765072" sldId="259"/>
            <ac:spMk id="42" creationId="{439177D5-99F6-5514-737A-5F1B1E078A36}"/>
          </ac:spMkLst>
        </pc:spChg>
        <pc:spChg chg="mod">
          <ac:chgData name="Eric Akoto" userId="3361b231f76eb4bd" providerId="LiveId" clId="{EE337569-5E8B-41CD-8E4E-A14915C61AC6}" dt="2025-11-05T06:07:27.153" v="146" actId="1076"/>
          <ac:spMkLst>
            <pc:docMk/>
            <pc:sldMk cId="2772765072" sldId="259"/>
            <ac:spMk id="43" creationId="{3DDC4092-C055-8BDA-5F46-84FF1ACD4D9F}"/>
          </ac:spMkLst>
        </pc:spChg>
        <pc:spChg chg="mod">
          <ac:chgData name="Eric Akoto" userId="3361b231f76eb4bd" providerId="LiveId" clId="{EE337569-5E8B-41CD-8E4E-A14915C61AC6}" dt="2025-11-05T06:07:27.153" v="146" actId="1076"/>
          <ac:spMkLst>
            <pc:docMk/>
            <pc:sldMk cId="2772765072" sldId="259"/>
            <ac:spMk id="44" creationId="{1A9D2F69-7D33-AD12-6E2F-D0A0B5A9D1CB}"/>
          </ac:spMkLst>
        </pc:spChg>
        <pc:spChg chg="mod">
          <ac:chgData name="Eric Akoto" userId="3361b231f76eb4bd" providerId="LiveId" clId="{EE337569-5E8B-41CD-8E4E-A14915C61AC6}" dt="2025-11-05T06:07:27.153" v="146" actId="1076"/>
          <ac:spMkLst>
            <pc:docMk/>
            <pc:sldMk cId="2772765072" sldId="259"/>
            <ac:spMk id="45" creationId="{C0A5D984-EE90-EE00-B8BF-1DB2250D43C2}"/>
          </ac:spMkLst>
        </pc:spChg>
        <pc:spChg chg="mod">
          <ac:chgData name="Eric Akoto" userId="3361b231f76eb4bd" providerId="LiveId" clId="{EE337569-5E8B-41CD-8E4E-A14915C61AC6}" dt="2025-11-05T06:07:27.153" v="146" actId="1076"/>
          <ac:spMkLst>
            <pc:docMk/>
            <pc:sldMk cId="2772765072" sldId="259"/>
            <ac:spMk id="46" creationId="{8A3C6651-CAFC-776F-19EA-44140535EA12}"/>
          </ac:spMkLst>
        </pc:spChg>
        <pc:spChg chg="mod">
          <ac:chgData name="Eric Akoto" userId="3361b231f76eb4bd" providerId="LiveId" clId="{EE337569-5E8B-41CD-8E4E-A14915C61AC6}" dt="2025-11-05T05:16:12.268" v="8" actId="122"/>
          <ac:spMkLst>
            <pc:docMk/>
            <pc:sldMk cId="2772765072" sldId="259"/>
            <ac:spMk id="60" creationId="{505F471E-5366-E5AF-8CEA-63D61B7B0EB8}"/>
          </ac:spMkLst>
        </pc:spChg>
        <pc:picChg chg="mod">
          <ac:chgData name="Eric Akoto" userId="3361b231f76eb4bd" providerId="LiveId" clId="{EE337569-5E8B-41CD-8E4E-A14915C61AC6}" dt="2025-11-05T05:40:42.968" v="19" actId="1076"/>
          <ac:picMkLst>
            <pc:docMk/>
            <pc:sldMk cId="2772765072" sldId="259"/>
            <ac:picMk id="5" creationId="{661DEFE2-B86E-306B-B381-CE16716776E8}"/>
          </ac:picMkLst>
        </pc:picChg>
        <pc:picChg chg="mod">
          <ac:chgData name="Eric Akoto" userId="3361b231f76eb4bd" providerId="LiveId" clId="{EE337569-5E8B-41CD-8E4E-A14915C61AC6}" dt="2025-11-05T05:40:42.968" v="19" actId="1076"/>
          <ac:picMkLst>
            <pc:docMk/>
            <pc:sldMk cId="2772765072" sldId="259"/>
            <ac:picMk id="6" creationId="{BC29A82F-29F4-6409-00F9-31E5710CD2E9}"/>
          </ac:picMkLst>
        </pc:picChg>
        <pc:picChg chg="add mod">
          <ac:chgData name="Eric Akoto" userId="3361b231f76eb4bd" providerId="LiveId" clId="{EE337569-5E8B-41CD-8E4E-A14915C61AC6}" dt="2025-11-05T05:43:29.989" v="53" actId="1076"/>
          <ac:picMkLst>
            <pc:docMk/>
            <pc:sldMk cId="2772765072" sldId="259"/>
            <ac:picMk id="8" creationId="{5286A187-1BE9-E8C3-3791-34EF65F75E00}"/>
          </ac:picMkLst>
        </pc:picChg>
        <pc:picChg chg="mod">
          <ac:chgData name="Eric Akoto" userId="3361b231f76eb4bd" providerId="LiveId" clId="{EE337569-5E8B-41CD-8E4E-A14915C61AC6}" dt="2025-11-05T05:40:42.968" v="19" actId="1076"/>
          <ac:picMkLst>
            <pc:docMk/>
            <pc:sldMk cId="2772765072" sldId="259"/>
            <ac:picMk id="47" creationId="{1A08BDEE-76A7-37D9-ED84-A1C61C958A3C}"/>
          </ac:picMkLst>
        </pc:picChg>
        <pc:picChg chg="mod">
          <ac:chgData name="Eric Akoto" userId="3361b231f76eb4bd" providerId="LiveId" clId="{EE337569-5E8B-41CD-8E4E-A14915C61AC6}" dt="2025-11-05T05:41:10.821" v="21" actId="1076"/>
          <ac:picMkLst>
            <pc:docMk/>
            <pc:sldMk cId="2772765072" sldId="259"/>
            <ac:picMk id="48" creationId="{7B6F86C2-2411-8B14-4C7A-49913CC1AB1E}"/>
          </ac:picMkLst>
        </pc:picChg>
      </pc:sldChg>
      <pc:sldChg chg="modSp del mod">
        <pc:chgData name="Eric Akoto" userId="3361b231f76eb4bd" providerId="LiveId" clId="{EE337569-5E8B-41CD-8E4E-A14915C61AC6}" dt="2025-11-05T06:22:20.125" v="337" actId="2696"/>
        <pc:sldMkLst>
          <pc:docMk/>
          <pc:sldMk cId="552772451" sldId="260"/>
        </pc:sldMkLst>
        <pc:spChg chg="mod">
          <ac:chgData name="Eric Akoto" userId="3361b231f76eb4bd" providerId="LiveId" clId="{EE337569-5E8B-41CD-8E4E-A14915C61AC6}" dt="2025-11-05T05:14:01.820" v="5" actId="207"/>
          <ac:spMkLst>
            <pc:docMk/>
            <pc:sldMk cId="552772451" sldId="260"/>
            <ac:spMk id="60" creationId="{C7C00B9A-0FF0-9D4B-2251-F1D8912A1FB4}"/>
          </ac:spMkLst>
        </pc:spChg>
        <pc:spChg chg="mod">
          <ac:chgData name="Eric Akoto" userId="3361b231f76eb4bd" providerId="LiveId" clId="{EE337569-5E8B-41CD-8E4E-A14915C61AC6}" dt="2025-11-05T05:15:57.893" v="6" actId="122"/>
          <ac:spMkLst>
            <pc:docMk/>
            <pc:sldMk cId="552772451" sldId="260"/>
            <ac:spMk id="61" creationId="{45E3B0B0-6770-1129-87FD-61E186846491}"/>
          </ac:spMkLst>
        </pc:spChg>
      </pc:sldChg>
      <pc:sldChg chg="addSp delSp modSp add mod">
        <pc:chgData name="Eric Akoto" userId="3361b231f76eb4bd" providerId="LiveId" clId="{EE337569-5E8B-41CD-8E4E-A14915C61AC6}" dt="2025-11-06T17:15:58.339" v="712" actId="20577"/>
        <pc:sldMkLst>
          <pc:docMk/>
          <pc:sldMk cId="933252996" sldId="261"/>
        </pc:sldMkLst>
        <pc:spChg chg="mod">
          <ac:chgData name="Eric Akoto" userId="3361b231f76eb4bd" providerId="LiveId" clId="{EE337569-5E8B-41CD-8E4E-A14915C61AC6}" dt="2025-11-05T06:11:22.795" v="179" actId="20577"/>
          <ac:spMkLst>
            <pc:docMk/>
            <pc:sldMk cId="933252996" sldId="261"/>
            <ac:spMk id="5" creationId="{7F88F2BD-0F65-92F5-028E-29C0D162D4D2}"/>
          </ac:spMkLst>
        </pc:spChg>
        <pc:spChg chg="mod">
          <ac:chgData name="Eric Akoto" userId="3361b231f76eb4bd" providerId="LiveId" clId="{EE337569-5E8B-41CD-8E4E-A14915C61AC6}" dt="2025-11-06T17:09:31.378" v="652" actId="1076"/>
          <ac:spMkLst>
            <pc:docMk/>
            <pc:sldMk cId="933252996" sldId="261"/>
            <ac:spMk id="6" creationId="{C03A28E1-AB27-A87F-0F1B-5979E07F7752}"/>
          </ac:spMkLst>
        </pc:spChg>
        <pc:spChg chg="mod">
          <ac:chgData name="Eric Akoto" userId="3361b231f76eb4bd" providerId="LiveId" clId="{EE337569-5E8B-41CD-8E4E-A14915C61AC6}" dt="2025-11-06T17:13:16.132" v="688" actId="1076"/>
          <ac:spMkLst>
            <pc:docMk/>
            <pc:sldMk cId="933252996" sldId="261"/>
            <ac:spMk id="7" creationId="{0DB6F1AD-D8F9-CB49-D216-52F99EEBE075}"/>
          </ac:spMkLst>
        </pc:spChg>
        <pc:spChg chg="add mod">
          <ac:chgData name="Eric Akoto" userId="3361b231f76eb4bd" providerId="LiveId" clId="{EE337569-5E8B-41CD-8E4E-A14915C61AC6}" dt="2025-11-05T13:54:52.866" v="516"/>
          <ac:spMkLst>
            <pc:docMk/>
            <pc:sldMk cId="933252996" sldId="261"/>
            <ac:spMk id="8" creationId="{AA1CABDD-8AEF-3E34-762A-49AAC508DAC2}"/>
          </ac:spMkLst>
        </pc:spChg>
        <pc:spChg chg="add mod">
          <ac:chgData name="Eric Akoto" userId="3361b231f76eb4bd" providerId="LiveId" clId="{EE337569-5E8B-41CD-8E4E-A14915C61AC6}" dt="2025-11-05T06:10:01.808" v="167"/>
          <ac:spMkLst>
            <pc:docMk/>
            <pc:sldMk cId="933252996" sldId="261"/>
            <ac:spMk id="8" creationId="{D8ACEE78-F588-21E0-E84A-26E7E18278E6}"/>
          </ac:spMkLst>
        </pc:spChg>
        <pc:spChg chg="add mod">
          <ac:chgData name="Eric Akoto" userId="3361b231f76eb4bd" providerId="LiveId" clId="{EE337569-5E8B-41CD-8E4E-A14915C61AC6}" dt="2025-11-05T13:54:52.866" v="516"/>
          <ac:spMkLst>
            <pc:docMk/>
            <pc:sldMk cId="933252996" sldId="261"/>
            <ac:spMk id="9" creationId="{4417AC2D-5AA2-8F20-B9BD-2B4AFACB7DCC}"/>
          </ac:spMkLst>
        </pc:spChg>
        <pc:spChg chg="add mod">
          <ac:chgData name="Eric Akoto" userId="3361b231f76eb4bd" providerId="LiveId" clId="{EE337569-5E8B-41CD-8E4E-A14915C61AC6}" dt="2025-11-05T06:10:01.808" v="167"/>
          <ac:spMkLst>
            <pc:docMk/>
            <pc:sldMk cId="933252996" sldId="261"/>
            <ac:spMk id="9" creationId="{F23F93E0-B8E2-D077-8380-B0A89EA6F788}"/>
          </ac:spMkLst>
        </pc:spChg>
        <pc:spChg chg="add del mod">
          <ac:chgData name="Eric Akoto" userId="3361b231f76eb4bd" providerId="LiveId" clId="{EE337569-5E8B-41CD-8E4E-A14915C61AC6}" dt="2025-11-06T17:08:22.622" v="645" actId="478"/>
          <ac:spMkLst>
            <pc:docMk/>
            <pc:sldMk cId="933252996" sldId="261"/>
            <ac:spMk id="10" creationId="{49E02C14-2452-9E0C-F5EA-B425E9A65BEF}"/>
          </ac:spMkLst>
        </pc:spChg>
        <pc:spChg chg="add del mod">
          <ac:chgData name="Eric Akoto" userId="3361b231f76eb4bd" providerId="LiveId" clId="{EE337569-5E8B-41CD-8E4E-A14915C61AC6}" dt="2025-11-06T17:14:05.652" v="695" actId="478"/>
          <ac:spMkLst>
            <pc:docMk/>
            <pc:sldMk cId="933252996" sldId="261"/>
            <ac:spMk id="11" creationId="{FA6CA0F4-0C4B-C19C-AFA7-50E7C6A3BBC1}"/>
          </ac:spMkLst>
        </pc:spChg>
        <pc:spChg chg="add mod">
          <ac:chgData name="Eric Akoto" userId="3361b231f76eb4bd" providerId="LiveId" clId="{EE337569-5E8B-41CD-8E4E-A14915C61AC6}" dt="2025-11-05T06:10:43.525" v="170"/>
          <ac:spMkLst>
            <pc:docMk/>
            <pc:sldMk cId="933252996" sldId="261"/>
            <ac:spMk id="12" creationId="{285CC1A5-D0A7-77C0-2FB2-0638D330E4B0}"/>
          </ac:spMkLst>
        </pc:spChg>
        <pc:spChg chg="add mod">
          <ac:chgData name="Eric Akoto" userId="3361b231f76eb4bd" providerId="LiveId" clId="{EE337569-5E8B-41CD-8E4E-A14915C61AC6}" dt="2025-11-05T06:10:43.525" v="170"/>
          <ac:spMkLst>
            <pc:docMk/>
            <pc:sldMk cId="933252996" sldId="261"/>
            <ac:spMk id="13" creationId="{0E8D5B14-8C49-2D4B-A916-9153C7EAA565}"/>
          </ac:spMkLst>
        </pc:spChg>
        <pc:spChg chg="add del mod">
          <ac:chgData name="Eric Akoto" userId="3361b231f76eb4bd" providerId="LiveId" clId="{EE337569-5E8B-41CD-8E4E-A14915C61AC6}" dt="2025-11-06T17:14:44.414" v="700" actId="21"/>
          <ac:spMkLst>
            <pc:docMk/>
            <pc:sldMk cId="933252996" sldId="261"/>
            <ac:spMk id="16" creationId="{FD535C0B-25CE-0342-E17C-6B1E63C54D2E}"/>
          </ac:spMkLst>
        </pc:spChg>
        <pc:spChg chg="add del mod">
          <ac:chgData name="Eric Akoto" userId="3361b231f76eb4bd" providerId="LiveId" clId="{EE337569-5E8B-41CD-8E4E-A14915C61AC6}" dt="2025-11-06T17:15:08.170" v="703" actId="21"/>
          <ac:spMkLst>
            <pc:docMk/>
            <pc:sldMk cId="933252996" sldId="261"/>
            <ac:spMk id="17" creationId="{E3C03E60-54EC-6102-212C-E9BB7D3355E3}"/>
          </ac:spMkLst>
        </pc:spChg>
        <pc:spChg chg="add mod">
          <ac:chgData name="Eric Akoto" userId="3361b231f76eb4bd" providerId="LiveId" clId="{EE337569-5E8B-41CD-8E4E-A14915C61AC6}" dt="2025-11-06T17:14:17.900" v="696" actId="1076"/>
          <ac:spMkLst>
            <pc:docMk/>
            <pc:sldMk cId="933252996" sldId="261"/>
            <ac:spMk id="18" creationId="{4CF8F9A8-3FEF-EA8B-704F-CB81AB62AAF9}"/>
          </ac:spMkLst>
        </pc:spChg>
        <pc:spChg chg="add mod">
          <ac:chgData name="Eric Akoto" userId="3361b231f76eb4bd" providerId="LiveId" clId="{EE337569-5E8B-41CD-8E4E-A14915C61AC6}" dt="2025-11-06T17:14:37.355" v="699"/>
          <ac:spMkLst>
            <pc:docMk/>
            <pc:sldMk cId="933252996" sldId="261"/>
            <ac:spMk id="19" creationId="{0A5EB8A3-928D-D086-4377-38DCDBA95C86}"/>
          </ac:spMkLst>
        </pc:spChg>
        <pc:spChg chg="add mod">
          <ac:chgData name="Eric Akoto" userId="3361b231f76eb4bd" providerId="LiveId" clId="{EE337569-5E8B-41CD-8E4E-A14915C61AC6}" dt="2025-11-06T17:15:02.178" v="702" actId="1076"/>
          <ac:spMkLst>
            <pc:docMk/>
            <pc:sldMk cId="933252996" sldId="261"/>
            <ac:spMk id="20" creationId="{FD535C0B-25CE-0342-E17C-6B1E63C54D2E}"/>
          </ac:spMkLst>
        </pc:spChg>
        <pc:spChg chg="add mod">
          <ac:chgData name="Eric Akoto" userId="3361b231f76eb4bd" providerId="LiveId" clId="{EE337569-5E8B-41CD-8E4E-A14915C61AC6}" dt="2025-11-06T17:15:58.339" v="712" actId="20577"/>
          <ac:spMkLst>
            <pc:docMk/>
            <pc:sldMk cId="933252996" sldId="261"/>
            <ac:spMk id="21" creationId="{E3C03E60-54EC-6102-212C-E9BB7D3355E3}"/>
          </ac:spMkLst>
        </pc:spChg>
        <pc:spChg chg="mod">
          <ac:chgData name="Eric Akoto" userId="3361b231f76eb4bd" providerId="LiveId" clId="{EE337569-5E8B-41CD-8E4E-A14915C61AC6}" dt="2025-11-06T17:13:43.011" v="690" actId="14100"/>
          <ac:spMkLst>
            <pc:docMk/>
            <pc:sldMk cId="933252996" sldId="261"/>
            <ac:spMk id="40" creationId="{24464BDF-B5BC-4024-6960-5D3F8D8B3465}"/>
          </ac:spMkLst>
        </pc:spChg>
        <pc:spChg chg="del mod">
          <ac:chgData name="Eric Akoto" userId="3361b231f76eb4bd" providerId="LiveId" clId="{EE337569-5E8B-41CD-8E4E-A14915C61AC6}" dt="2025-11-06T17:14:26.260" v="698" actId="478"/>
          <ac:spMkLst>
            <pc:docMk/>
            <pc:sldMk cId="933252996" sldId="261"/>
            <ac:spMk id="41" creationId="{D0E48103-B6A3-9631-D09A-1740AD5D2242}"/>
          </ac:spMkLst>
        </pc:spChg>
        <pc:spChg chg="mod">
          <ac:chgData name="Eric Akoto" userId="3361b231f76eb4bd" providerId="LiveId" clId="{EE337569-5E8B-41CD-8E4E-A14915C61AC6}" dt="2025-11-06T17:13:47.129" v="691" actId="14100"/>
          <ac:spMkLst>
            <pc:docMk/>
            <pc:sldMk cId="933252996" sldId="261"/>
            <ac:spMk id="42" creationId="{EFB070DE-5AF7-ED27-AEE3-C51F71DB456E}"/>
          </ac:spMkLst>
        </pc:spChg>
        <pc:spChg chg="mod">
          <ac:chgData name="Eric Akoto" userId="3361b231f76eb4bd" providerId="LiveId" clId="{EE337569-5E8B-41CD-8E4E-A14915C61AC6}" dt="2025-11-05T06:09:01.414" v="156" actId="14100"/>
          <ac:spMkLst>
            <pc:docMk/>
            <pc:sldMk cId="933252996" sldId="261"/>
            <ac:spMk id="43" creationId="{8924FDD9-8866-6D19-76F3-7F4C2BC092A9}"/>
          </ac:spMkLst>
        </pc:spChg>
        <pc:spChg chg="mod">
          <ac:chgData name="Eric Akoto" userId="3361b231f76eb4bd" providerId="LiveId" clId="{EE337569-5E8B-41CD-8E4E-A14915C61AC6}" dt="2025-11-05T06:09:21.305" v="165" actId="1076"/>
          <ac:spMkLst>
            <pc:docMk/>
            <pc:sldMk cId="933252996" sldId="261"/>
            <ac:spMk id="44" creationId="{E0EF2420-DFFA-CC52-A766-2A0D60A14B0A}"/>
          </ac:spMkLst>
        </pc:spChg>
        <pc:spChg chg="add del">
          <ac:chgData name="Eric Akoto" userId="3361b231f76eb4bd" providerId="LiveId" clId="{EE337569-5E8B-41CD-8E4E-A14915C61AC6}" dt="2025-11-05T06:10:30.248" v="169" actId="478"/>
          <ac:spMkLst>
            <pc:docMk/>
            <pc:sldMk cId="933252996" sldId="261"/>
            <ac:spMk id="45" creationId="{EC09252A-6583-8B62-6CA3-4429CE4C2854}"/>
          </ac:spMkLst>
        </pc:spChg>
        <pc:spChg chg="add del">
          <ac:chgData name="Eric Akoto" userId="3361b231f76eb4bd" providerId="LiveId" clId="{EE337569-5E8B-41CD-8E4E-A14915C61AC6}" dt="2025-11-05T06:10:30.248" v="169" actId="478"/>
          <ac:spMkLst>
            <pc:docMk/>
            <pc:sldMk cId="933252996" sldId="261"/>
            <ac:spMk id="46" creationId="{1884B846-DCA2-93C2-0C4E-89B244AE27E3}"/>
          </ac:spMkLst>
        </pc:spChg>
        <pc:spChg chg="del">
          <ac:chgData name="Eric Akoto" userId="3361b231f76eb4bd" providerId="LiveId" clId="{EE337569-5E8B-41CD-8E4E-A14915C61AC6}" dt="2025-11-05T13:54:51.166" v="515" actId="478"/>
          <ac:spMkLst>
            <pc:docMk/>
            <pc:sldMk cId="933252996" sldId="261"/>
            <ac:spMk id="51" creationId="{058B0EC1-DB3D-5A3D-564A-17A3D305B72B}"/>
          </ac:spMkLst>
        </pc:spChg>
        <pc:spChg chg="del">
          <ac:chgData name="Eric Akoto" userId="3361b231f76eb4bd" providerId="LiveId" clId="{EE337569-5E8B-41CD-8E4E-A14915C61AC6}" dt="2025-11-05T13:54:51.166" v="515" actId="478"/>
          <ac:spMkLst>
            <pc:docMk/>
            <pc:sldMk cId="933252996" sldId="261"/>
            <ac:spMk id="52" creationId="{DD4D4FD0-7C19-CFED-4CFC-EAD298563A50}"/>
          </ac:spMkLst>
        </pc:spChg>
        <pc:spChg chg="mod">
          <ac:chgData name="Eric Akoto" userId="3361b231f76eb4bd" providerId="LiveId" clId="{EE337569-5E8B-41CD-8E4E-A14915C61AC6}" dt="2025-11-05T06:21:29.389" v="327" actId="122"/>
          <ac:spMkLst>
            <pc:docMk/>
            <pc:sldMk cId="933252996" sldId="261"/>
            <ac:spMk id="59" creationId="{E0ECCCEB-518B-1172-8AAB-106528CD1AC8}"/>
          </ac:spMkLst>
        </pc:spChg>
        <pc:spChg chg="mod">
          <ac:chgData name="Eric Akoto" userId="3361b231f76eb4bd" providerId="LiveId" clId="{EE337569-5E8B-41CD-8E4E-A14915C61AC6}" dt="2025-11-05T06:21:30.983" v="328" actId="122"/>
          <ac:spMkLst>
            <pc:docMk/>
            <pc:sldMk cId="933252996" sldId="261"/>
            <ac:spMk id="60" creationId="{49C9D1C0-E5F5-BD7F-8BCE-64DD5D5BF081}"/>
          </ac:spMkLst>
        </pc:spChg>
        <pc:spChg chg="mod">
          <ac:chgData name="Eric Akoto" userId="3361b231f76eb4bd" providerId="LiveId" clId="{EE337569-5E8B-41CD-8E4E-A14915C61AC6}" dt="2025-11-05T06:21:33.955" v="329" actId="122"/>
          <ac:spMkLst>
            <pc:docMk/>
            <pc:sldMk cId="933252996" sldId="261"/>
            <ac:spMk id="61" creationId="{E38F0CA3-2B21-9C50-F3D2-9738B407FAF5}"/>
          </ac:spMkLst>
        </pc:spChg>
        <pc:picChg chg="add mod">
          <ac:chgData name="Eric Akoto" userId="3361b231f76eb4bd" providerId="LiveId" clId="{EE337569-5E8B-41CD-8E4E-A14915C61AC6}" dt="2025-11-05T06:10:01.808" v="167"/>
          <ac:picMkLst>
            <pc:docMk/>
            <pc:sldMk cId="933252996" sldId="261"/>
            <ac:picMk id="10" creationId="{3AFAB195-E4CD-D5A1-4A40-51CA6770661F}"/>
          </ac:picMkLst>
        </pc:picChg>
        <pc:picChg chg="add mod">
          <ac:chgData name="Eric Akoto" userId="3361b231f76eb4bd" providerId="LiveId" clId="{EE337569-5E8B-41CD-8E4E-A14915C61AC6}" dt="2025-11-05T06:10:01.808" v="167"/>
          <ac:picMkLst>
            <pc:docMk/>
            <pc:sldMk cId="933252996" sldId="261"/>
            <ac:picMk id="11" creationId="{737DF489-A788-F3B1-E396-8B413668B907}"/>
          </ac:picMkLst>
        </pc:picChg>
        <pc:picChg chg="add mod">
          <ac:chgData name="Eric Akoto" userId="3361b231f76eb4bd" providerId="LiveId" clId="{EE337569-5E8B-41CD-8E4E-A14915C61AC6}" dt="2025-11-05T06:11:03.647" v="172" actId="14100"/>
          <ac:picMkLst>
            <pc:docMk/>
            <pc:sldMk cId="933252996" sldId="261"/>
            <ac:picMk id="14" creationId="{CC7FFA95-773D-FB40-8AE8-0EBBCB1A6E28}"/>
          </ac:picMkLst>
        </pc:picChg>
        <pc:picChg chg="add mod">
          <ac:chgData name="Eric Akoto" userId="3361b231f76eb4bd" providerId="LiveId" clId="{EE337569-5E8B-41CD-8E4E-A14915C61AC6}" dt="2025-11-06T17:12:55.776" v="685" actId="1076"/>
          <ac:picMkLst>
            <pc:docMk/>
            <pc:sldMk cId="933252996" sldId="261"/>
            <ac:picMk id="15" creationId="{B9EB1A10-F220-545C-D223-8C6FF80AA95E}"/>
          </ac:picMkLst>
        </pc:picChg>
        <pc:picChg chg="add del">
          <ac:chgData name="Eric Akoto" userId="3361b231f76eb4bd" providerId="LiveId" clId="{EE337569-5E8B-41CD-8E4E-A14915C61AC6}" dt="2025-11-05T06:10:21.259" v="168" actId="478"/>
          <ac:picMkLst>
            <pc:docMk/>
            <pc:sldMk cId="933252996" sldId="261"/>
            <ac:picMk id="49" creationId="{A1D248FD-EC95-F8BA-CBB2-8297545C23BA}"/>
          </ac:picMkLst>
        </pc:picChg>
        <pc:picChg chg="add del">
          <ac:chgData name="Eric Akoto" userId="3361b231f76eb4bd" providerId="LiveId" clId="{EE337569-5E8B-41CD-8E4E-A14915C61AC6}" dt="2025-11-05T06:10:30.248" v="169" actId="478"/>
          <ac:picMkLst>
            <pc:docMk/>
            <pc:sldMk cId="933252996" sldId="261"/>
            <ac:picMk id="50" creationId="{A80739D7-5652-F9A3-C733-C4A0A835D1BC}"/>
          </ac:picMkLst>
        </pc:picChg>
      </pc:sldChg>
      <pc:sldChg chg="addSp delSp modSp add mod">
        <pc:chgData name="Eric Akoto" userId="3361b231f76eb4bd" providerId="LiveId" clId="{EE337569-5E8B-41CD-8E4E-A14915C61AC6}" dt="2025-11-06T19:07:18.112" v="740" actId="1076"/>
        <pc:sldMkLst>
          <pc:docMk/>
          <pc:sldMk cId="2350656581" sldId="262"/>
        </pc:sldMkLst>
        <pc:spChg chg="add mod">
          <ac:chgData name="Eric Akoto" userId="3361b231f76eb4bd" providerId="LiveId" clId="{EE337569-5E8B-41CD-8E4E-A14915C61AC6}" dt="2025-11-05T13:54:30.281" v="512"/>
          <ac:spMkLst>
            <pc:docMk/>
            <pc:sldMk cId="2350656581" sldId="262"/>
            <ac:spMk id="3" creationId="{FEC38C66-1892-BEAE-D9B0-684AC8B5F673}"/>
          </ac:spMkLst>
        </pc:spChg>
        <pc:spChg chg="del">
          <ac:chgData name="Eric Akoto" userId="3361b231f76eb4bd" providerId="LiveId" clId="{EE337569-5E8B-41CD-8E4E-A14915C61AC6}" dt="2025-11-05T06:22:45.414" v="339" actId="478"/>
          <ac:spMkLst>
            <pc:docMk/>
            <pc:sldMk cId="2350656581" sldId="262"/>
            <ac:spMk id="5" creationId="{08EE9EB3-21DE-EF45-F0F6-72814568A478}"/>
          </ac:spMkLst>
        </pc:spChg>
        <pc:spChg chg="add mod">
          <ac:chgData name="Eric Akoto" userId="3361b231f76eb4bd" providerId="LiveId" clId="{EE337569-5E8B-41CD-8E4E-A14915C61AC6}" dt="2025-11-05T13:54:30.281" v="512"/>
          <ac:spMkLst>
            <pc:docMk/>
            <pc:sldMk cId="2350656581" sldId="262"/>
            <ac:spMk id="5" creationId="{7FEAA789-5F01-2CC2-15B4-4FE483D75B55}"/>
          </ac:spMkLst>
        </pc:spChg>
        <pc:spChg chg="del">
          <ac:chgData name="Eric Akoto" userId="3361b231f76eb4bd" providerId="LiveId" clId="{EE337569-5E8B-41CD-8E4E-A14915C61AC6}" dt="2025-11-05T06:22:45.414" v="339" actId="478"/>
          <ac:spMkLst>
            <pc:docMk/>
            <pc:sldMk cId="2350656581" sldId="262"/>
            <ac:spMk id="6" creationId="{06100425-2899-4418-81F1-43989C1DE915}"/>
          </ac:spMkLst>
        </pc:spChg>
        <pc:spChg chg="add mod">
          <ac:chgData name="Eric Akoto" userId="3361b231f76eb4bd" providerId="LiveId" clId="{EE337569-5E8B-41CD-8E4E-A14915C61AC6}" dt="2025-11-05T13:54:37.315" v="514"/>
          <ac:spMkLst>
            <pc:docMk/>
            <pc:sldMk cId="2350656581" sldId="262"/>
            <ac:spMk id="6" creationId="{0ACC4264-F509-23A9-E561-4DAF229049B4}"/>
          </ac:spMkLst>
        </pc:spChg>
        <pc:spChg chg="del">
          <ac:chgData name="Eric Akoto" userId="3361b231f76eb4bd" providerId="LiveId" clId="{EE337569-5E8B-41CD-8E4E-A14915C61AC6}" dt="2025-11-05T06:22:45.414" v="339" actId="478"/>
          <ac:spMkLst>
            <pc:docMk/>
            <pc:sldMk cId="2350656581" sldId="262"/>
            <ac:spMk id="7" creationId="{360679B7-2FB1-9C4A-2AF9-93083482F49A}"/>
          </ac:spMkLst>
        </pc:spChg>
        <pc:spChg chg="add mod">
          <ac:chgData name="Eric Akoto" userId="3361b231f76eb4bd" providerId="LiveId" clId="{EE337569-5E8B-41CD-8E4E-A14915C61AC6}" dt="2025-11-05T13:54:37.315" v="514"/>
          <ac:spMkLst>
            <pc:docMk/>
            <pc:sldMk cId="2350656581" sldId="262"/>
            <ac:spMk id="7" creationId="{9F11E9E6-25B7-11C1-C37D-0F1A4C2F0E0B}"/>
          </ac:spMkLst>
        </pc:spChg>
        <pc:spChg chg="mod">
          <ac:chgData name="Eric Akoto" userId="3361b231f76eb4bd" providerId="LiveId" clId="{EE337569-5E8B-41CD-8E4E-A14915C61AC6}" dt="2025-11-05T06:35:04.109" v="488" actId="14100"/>
          <ac:spMkLst>
            <pc:docMk/>
            <pc:sldMk cId="2350656581" sldId="262"/>
            <ac:spMk id="8" creationId="{8EF31E21-F475-A609-A702-7C18673568AC}"/>
          </ac:spMkLst>
        </pc:spChg>
        <pc:spChg chg="mod">
          <ac:chgData name="Eric Akoto" userId="3361b231f76eb4bd" providerId="LiveId" clId="{EE337569-5E8B-41CD-8E4E-A14915C61AC6}" dt="2025-11-05T06:40:26.385" v="503" actId="207"/>
          <ac:spMkLst>
            <pc:docMk/>
            <pc:sldMk cId="2350656581" sldId="262"/>
            <ac:spMk id="9" creationId="{5E10BF8A-E77B-BC64-EAC1-5C58E7B5E90E}"/>
          </ac:spMkLst>
        </pc:spChg>
        <pc:spChg chg="mod">
          <ac:chgData name="Eric Akoto" userId="3361b231f76eb4bd" providerId="LiveId" clId="{EE337569-5E8B-41CD-8E4E-A14915C61AC6}" dt="2025-11-05T06:34:48.151" v="487" actId="14100"/>
          <ac:spMkLst>
            <pc:docMk/>
            <pc:sldMk cId="2350656581" sldId="262"/>
            <ac:spMk id="10" creationId="{5E0C5D03-319B-6867-4392-B0BF8A651DDC}"/>
          </ac:spMkLst>
        </pc:spChg>
        <pc:spChg chg="mod">
          <ac:chgData name="Eric Akoto" userId="3361b231f76eb4bd" providerId="LiveId" clId="{EE337569-5E8B-41CD-8E4E-A14915C61AC6}" dt="2025-11-05T06:36:09.862" v="490" actId="14100"/>
          <ac:spMkLst>
            <pc:docMk/>
            <pc:sldMk cId="2350656581" sldId="262"/>
            <ac:spMk id="11" creationId="{EA5555D1-ED32-9CCD-0971-B7202585C499}"/>
          </ac:spMkLst>
        </pc:spChg>
        <pc:spChg chg="del">
          <ac:chgData name="Eric Akoto" userId="3361b231f76eb4bd" providerId="LiveId" clId="{EE337569-5E8B-41CD-8E4E-A14915C61AC6}" dt="2025-11-05T06:22:45.414" v="339" actId="478"/>
          <ac:spMkLst>
            <pc:docMk/>
            <pc:sldMk cId="2350656581" sldId="262"/>
            <ac:spMk id="12" creationId="{69C34420-E741-04CA-A9CA-099D08CD523D}"/>
          </ac:spMkLst>
        </pc:spChg>
        <pc:spChg chg="del">
          <ac:chgData name="Eric Akoto" userId="3361b231f76eb4bd" providerId="LiveId" clId="{EE337569-5E8B-41CD-8E4E-A14915C61AC6}" dt="2025-11-05T06:22:45.414" v="339" actId="478"/>
          <ac:spMkLst>
            <pc:docMk/>
            <pc:sldMk cId="2350656581" sldId="262"/>
            <ac:spMk id="13" creationId="{B1A09960-79F9-F046-E3F4-471BE161DC9E}"/>
          </ac:spMkLst>
        </pc:spChg>
        <pc:spChg chg="mod">
          <ac:chgData name="Eric Akoto" userId="3361b231f76eb4bd" providerId="LiveId" clId="{EE337569-5E8B-41CD-8E4E-A14915C61AC6}" dt="2025-11-05T06:36:24.294" v="491" actId="14100"/>
          <ac:spMkLst>
            <pc:docMk/>
            <pc:sldMk cId="2350656581" sldId="262"/>
            <ac:spMk id="16" creationId="{8A83D7DC-36FB-49BE-B745-7836E978F918}"/>
          </ac:spMkLst>
        </pc:spChg>
        <pc:spChg chg="mod">
          <ac:chgData name="Eric Akoto" userId="3361b231f76eb4bd" providerId="LiveId" clId="{EE337569-5E8B-41CD-8E4E-A14915C61AC6}" dt="2025-11-05T06:35:04.109" v="488" actId="14100"/>
          <ac:spMkLst>
            <pc:docMk/>
            <pc:sldMk cId="2350656581" sldId="262"/>
            <ac:spMk id="17" creationId="{5BC1F366-A200-E577-E54D-38EDCB9D3748}"/>
          </ac:spMkLst>
        </pc:spChg>
        <pc:spChg chg="add mod">
          <ac:chgData name="Eric Akoto" userId="3361b231f76eb4bd" providerId="LiveId" clId="{EE337569-5E8B-41CD-8E4E-A14915C61AC6}" dt="2025-11-05T06:34:48.151" v="487" actId="14100"/>
          <ac:spMkLst>
            <pc:docMk/>
            <pc:sldMk cId="2350656581" sldId="262"/>
            <ac:spMk id="18" creationId="{FC7C1D7C-FF94-53F2-16A2-FE2F7EA14712}"/>
          </ac:spMkLst>
        </pc:spChg>
        <pc:spChg chg="add mod">
          <ac:chgData name="Eric Akoto" userId="3361b231f76eb4bd" providerId="LiveId" clId="{EE337569-5E8B-41CD-8E4E-A14915C61AC6}" dt="2025-11-05T06:36:09.862" v="490" actId="14100"/>
          <ac:spMkLst>
            <pc:docMk/>
            <pc:sldMk cId="2350656581" sldId="262"/>
            <ac:spMk id="19" creationId="{4CC71249-5A88-36C2-C5DD-5651D4850A6F}"/>
          </ac:spMkLst>
        </pc:spChg>
        <pc:spChg chg="mod">
          <ac:chgData name="Eric Akoto" userId="3361b231f76eb4bd" providerId="LiveId" clId="{EE337569-5E8B-41CD-8E4E-A14915C61AC6}" dt="2025-11-05T06:36:24.294" v="491" actId="14100"/>
          <ac:spMkLst>
            <pc:docMk/>
            <pc:sldMk cId="2350656581" sldId="262"/>
            <ac:spMk id="20" creationId="{7295307E-EF24-66DE-05F9-0CFA8720C184}"/>
          </ac:spMkLst>
        </pc:spChg>
        <pc:spChg chg="add mod">
          <ac:chgData name="Eric Akoto" userId="3361b231f76eb4bd" providerId="LiveId" clId="{EE337569-5E8B-41CD-8E4E-A14915C61AC6}" dt="2025-11-05T06:35:04.109" v="488" actId="14100"/>
          <ac:spMkLst>
            <pc:docMk/>
            <pc:sldMk cId="2350656581" sldId="262"/>
            <ac:spMk id="21" creationId="{B1750CF6-08CE-C20B-4A98-2494801F75F7}"/>
          </ac:spMkLst>
        </pc:spChg>
        <pc:spChg chg="mod">
          <ac:chgData name="Eric Akoto" userId="3361b231f76eb4bd" providerId="LiveId" clId="{EE337569-5E8B-41CD-8E4E-A14915C61AC6}" dt="2025-11-05T06:34:48.151" v="487" actId="14100"/>
          <ac:spMkLst>
            <pc:docMk/>
            <pc:sldMk cId="2350656581" sldId="262"/>
            <ac:spMk id="22" creationId="{6703E54A-3259-1B73-65F6-3AE7320FB085}"/>
          </ac:spMkLst>
        </pc:spChg>
        <pc:spChg chg="add mod">
          <ac:chgData name="Eric Akoto" userId="3361b231f76eb4bd" providerId="LiveId" clId="{EE337569-5E8B-41CD-8E4E-A14915C61AC6}" dt="2025-11-05T06:36:09.862" v="490" actId="14100"/>
          <ac:spMkLst>
            <pc:docMk/>
            <pc:sldMk cId="2350656581" sldId="262"/>
            <ac:spMk id="23" creationId="{05545C80-9FB1-E8D1-0125-B5B71486B7D8}"/>
          </ac:spMkLst>
        </pc:spChg>
        <pc:spChg chg="mod">
          <ac:chgData name="Eric Akoto" userId="3361b231f76eb4bd" providerId="LiveId" clId="{EE337569-5E8B-41CD-8E4E-A14915C61AC6}" dt="2025-11-05T06:36:24.294" v="491" actId="14100"/>
          <ac:spMkLst>
            <pc:docMk/>
            <pc:sldMk cId="2350656581" sldId="262"/>
            <ac:spMk id="24" creationId="{BE9EF0FB-46B3-EEAF-0352-6114D163E50E}"/>
          </ac:spMkLst>
        </pc:spChg>
        <pc:spChg chg="add mod">
          <ac:chgData name="Eric Akoto" userId="3361b231f76eb4bd" providerId="LiveId" clId="{EE337569-5E8B-41CD-8E4E-A14915C61AC6}" dt="2025-11-05T06:40:26.385" v="503" actId="207"/>
          <ac:spMkLst>
            <pc:docMk/>
            <pc:sldMk cId="2350656581" sldId="262"/>
            <ac:spMk id="25" creationId="{DA1E25F7-7A26-F13B-6975-BEC8F983F2C9}"/>
          </ac:spMkLst>
        </pc:spChg>
        <pc:spChg chg="add mod">
          <ac:chgData name="Eric Akoto" userId="3361b231f76eb4bd" providerId="LiveId" clId="{EE337569-5E8B-41CD-8E4E-A14915C61AC6}" dt="2025-11-05T06:40:26.385" v="503" actId="207"/>
          <ac:spMkLst>
            <pc:docMk/>
            <pc:sldMk cId="2350656581" sldId="262"/>
            <ac:spMk id="26" creationId="{108D460B-6236-AFB7-A869-6B2F8FAB96C3}"/>
          </ac:spMkLst>
        </pc:spChg>
        <pc:spChg chg="mod">
          <ac:chgData name="Eric Akoto" userId="3361b231f76eb4bd" providerId="LiveId" clId="{EE337569-5E8B-41CD-8E4E-A14915C61AC6}" dt="2025-11-06T19:07:18.112" v="740" actId="1076"/>
          <ac:spMkLst>
            <pc:docMk/>
            <pc:sldMk cId="2350656581" sldId="262"/>
            <ac:spMk id="27" creationId="{C300B98A-095C-04D0-1681-B7815C6A936F}"/>
          </ac:spMkLst>
        </pc:spChg>
        <pc:spChg chg="del">
          <ac:chgData name="Eric Akoto" userId="3361b231f76eb4bd" providerId="LiveId" clId="{EE337569-5E8B-41CD-8E4E-A14915C61AC6}" dt="2025-11-05T06:22:45.414" v="339" actId="478"/>
          <ac:spMkLst>
            <pc:docMk/>
            <pc:sldMk cId="2350656581" sldId="262"/>
            <ac:spMk id="28" creationId="{85BE68E6-BB21-8AD9-9B50-166734CBB1E4}"/>
          </ac:spMkLst>
        </pc:spChg>
        <pc:spChg chg="add mod">
          <ac:chgData name="Eric Akoto" userId="3361b231f76eb4bd" providerId="LiveId" clId="{EE337569-5E8B-41CD-8E4E-A14915C61AC6}" dt="2025-11-05T06:40:26.385" v="503" actId="207"/>
          <ac:spMkLst>
            <pc:docMk/>
            <pc:sldMk cId="2350656581" sldId="262"/>
            <ac:spMk id="29" creationId="{5D9B675D-B882-8D09-9C73-F23E11592BB8}"/>
          </ac:spMkLst>
        </pc:spChg>
        <pc:spChg chg="mod">
          <ac:chgData name="Eric Akoto" userId="3361b231f76eb4bd" providerId="LiveId" clId="{EE337569-5E8B-41CD-8E4E-A14915C61AC6}" dt="2025-11-05T06:40:26.385" v="503" actId="207"/>
          <ac:spMkLst>
            <pc:docMk/>
            <pc:sldMk cId="2350656581" sldId="262"/>
            <ac:spMk id="30" creationId="{33E0DC87-1CE6-EA9E-B413-14EC79F2CBC9}"/>
          </ac:spMkLst>
        </pc:spChg>
        <pc:spChg chg="add mod">
          <ac:chgData name="Eric Akoto" userId="3361b231f76eb4bd" providerId="LiveId" clId="{EE337569-5E8B-41CD-8E4E-A14915C61AC6}" dt="2025-11-05T06:40:26.385" v="503" actId="207"/>
          <ac:spMkLst>
            <pc:docMk/>
            <pc:sldMk cId="2350656581" sldId="262"/>
            <ac:spMk id="31" creationId="{B3B145C2-4E94-DDFC-F197-560763705D5F}"/>
          </ac:spMkLst>
        </pc:spChg>
        <pc:spChg chg="mod">
          <ac:chgData name="Eric Akoto" userId="3361b231f76eb4bd" providerId="LiveId" clId="{EE337569-5E8B-41CD-8E4E-A14915C61AC6}" dt="2025-11-05T06:36:09.862" v="490" actId="14100"/>
          <ac:spMkLst>
            <pc:docMk/>
            <pc:sldMk cId="2350656581" sldId="262"/>
            <ac:spMk id="32" creationId="{74AC876A-4E6C-4470-7BF3-E4002B068C06}"/>
          </ac:spMkLst>
        </pc:spChg>
        <pc:spChg chg="mod">
          <ac:chgData name="Eric Akoto" userId="3361b231f76eb4bd" providerId="LiveId" clId="{EE337569-5E8B-41CD-8E4E-A14915C61AC6}" dt="2025-11-05T06:36:09.862" v="490" actId="14100"/>
          <ac:spMkLst>
            <pc:docMk/>
            <pc:sldMk cId="2350656581" sldId="262"/>
            <ac:spMk id="33" creationId="{6FCF1921-7B7A-FF53-C629-8FC3FAFB635B}"/>
          </ac:spMkLst>
        </pc:spChg>
        <pc:spChg chg="add mod">
          <ac:chgData name="Eric Akoto" userId="3361b231f76eb4bd" providerId="LiveId" clId="{EE337569-5E8B-41CD-8E4E-A14915C61AC6}" dt="2025-11-05T06:40:26.385" v="503" actId="207"/>
          <ac:spMkLst>
            <pc:docMk/>
            <pc:sldMk cId="2350656581" sldId="262"/>
            <ac:spMk id="34" creationId="{97BFF921-63FB-B865-1A90-CB2964E34E40}"/>
          </ac:spMkLst>
        </pc:spChg>
        <pc:spChg chg="add mod">
          <ac:chgData name="Eric Akoto" userId="3361b231f76eb4bd" providerId="LiveId" clId="{EE337569-5E8B-41CD-8E4E-A14915C61AC6}" dt="2025-11-05T06:40:26.385" v="503" actId="207"/>
          <ac:spMkLst>
            <pc:docMk/>
            <pc:sldMk cId="2350656581" sldId="262"/>
            <ac:spMk id="36" creationId="{49395AB9-16AC-B063-B5B4-80CD080C28AA}"/>
          </ac:spMkLst>
        </pc:spChg>
        <pc:spChg chg="mod">
          <ac:chgData name="Eric Akoto" userId="3361b231f76eb4bd" providerId="LiveId" clId="{EE337569-5E8B-41CD-8E4E-A14915C61AC6}" dt="2025-11-05T15:38:41.162" v="534" actId="20577"/>
          <ac:spMkLst>
            <pc:docMk/>
            <pc:sldMk cId="2350656581" sldId="262"/>
            <ac:spMk id="37" creationId="{D3BEAD5A-52FE-D7B4-B771-4E58566BA0CE}"/>
          </ac:spMkLst>
        </pc:spChg>
        <pc:spChg chg="del">
          <ac:chgData name="Eric Akoto" userId="3361b231f76eb4bd" providerId="LiveId" clId="{EE337569-5E8B-41CD-8E4E-A14915C61AC6}" dt="2025-11-05T06:22:45.414" v="339" actId="478"/>
          <ac:spMkLst>
            <pc:docMk/>
            <pc:sldMk cId="2350656581" sldId="262"/>
            <ac:spMk id="40" creationId="{23F56381-9B18-73A9-934D-752B6EC9540D}"/>
          </ac:spMkLst>
        </pc:spChg>
        <pc:spChg chg="del">
          <ac:chgData name="Eric Akoto" userId="3361b231f76eb4bd" providerId="LiveId" clId="{EE337569-5E8B-41CD-8E4E-A14915C61AC6}" dt="2025-11-05T06:22:45.414" v="339" actId="478"/>
          <ac:spMkLst>
            <pc:docMk/>
            <pc:sldMk cId="2350656581" sldId="262"/>
            <ac:spMk id="41" creationId="{7F424C69-81CD-D9F0-3438-16DADD878718}"/>
          </ac:spMkLst>
        </pc:spChg>
        <pc:spChg chg="del">
          <ac:chgData name="Eric Akoto" userId="3361b231f76eb4bd" providerId="LiveId" clId="{EE337569-5E8B-41CD-8E4E-A14915C61AC6}" dt="2025-11-05T06:22:45.414" v="339" actId="478"/>
          <ac:spMkLst>
            <pc:docMk/>
            <pc:sldMk cId="2350656581" sldId="262"/>
            <ac:spMk id="42" creationId="{D8650CA4-3645-9BF0-039D-14BBC1297AD2}"/>
          </ac:spMkLst>
        </pc:spChg>
        <pc:spChg chg="del">
          <ac:chgData name="Eric Akoto" userId="3361b231f76eb4bd" providerId="LiveId" clId="{EE337569-5E8B-41CD-8E4E-A14915C61AC6}" dt="2025-11-05T06:22:45.414" v="339" actId="478"/>
          <ac:spMkLst>
            <pc:docMk/>
            <pc:sldMk cId="2350656581" sldId="262"/>
            <ac:spMk id="44" creationId="{744DF263-BCF4-5130-10D6-3C02255AAC94}"/>
          </ac:spMkLst>
        </pc:spChg>
        <pc:spChg chg="del">
          <ac:chgData name="Eric Akoto" userId="3361b231f76eb4bd" providerId="LiveId" clId="{EE337569-5E8B-41CD-8E4E-A14915C61AC6}" dt="2025-11-05T13:54:35.830" v="513" actId="478"/>
          <ac:spMkLst>
            <pc:docMk/>
            <pc:sldMk cId="2350656581" sldId="262"/>
            <ac:spMk id="51" creationId="{8B52648B-2190-FEAE-D7CD-EB9CD355A998}"/>
          </ac:spMkLst>
        </pc:spChg>
        <pc:spChg chg="del">
          <ac:chgData name="Eric Akoto" userId="3361b231f76eb4bd" providerId="LiveId" clId="{EE337569-5E8B-41CD-8E4E-A14915C61AC6}" dt="2025-11-05T13:54:35.830" v="513" actId="478"/>
          <ac:spMkLst>
            <pc:docMk/>
            <pc:sldMk cId="2350656581" sldId="262"/>
            <ac:spMk id="52" creationId="{639806E1-BE7B-475A-ED3D-C2011D4556D2}"/>
          </ac:spMkLst>
        </pc:spChg>
        <pc:spChg chg="mod">
          <ac:chgData name="Eric Akoto" userId="3361b231f76eb4bd" providerId="LiveId" clId="{EE337569-5E8B-41CD-8E4E-A14915C61AC6}" dt="2025-11-05T06:22:58.212" v="341" actId="207"/>
          <ac:spMkLst>
            <pc:docMk/>
            <pc:sldMk cId="2350656581" sldId="262"/>
            <ac:spMk id="60" creationId="{C510B477-5E11-D765-78A1-D50111C6FAC5}"/>
          </ac:spMkLst>
        </pc:spChg>
        <pc:spChg chg="mod">
          <ac:chgData name="Eric Akoto" userId="3361b231f76eb4bd" providerId="LiveId" clId="{EE337569-5E8B-41CD-8E4E-A14915C61AC6}" dt="2025-11-05T06:23:12.229" v="343" actId="207"/>
          <ac:spMkLst>
            <pc:docMk/>
            <pc:sldMk cId="2350656581" sldId="262"/>
            <ac:spMk id="61" creationId="{2958B7F9-B849-6993-465B-944867172F88}"/>
          </ac:spMkLst>
        </pc:spChg>
        <pc:picChg chg="mod">
          <ac:chgData name="Eric Akoto" userId="3361b231f76eb4bd" providerId="LiveId" clId="{EE337569-5E8B-41CD-8E4E-A14915C61AC6}" dt="2025-11-05T06:35:04.109" v="488" actId="14100"/>
          <ac:picMkLst>
            <pc:docMk/>
            <pc:sldMk cId="2350656581" sldId="262"/>
            <ac:picMk id="45" creationId="{F759D9A1-1928-29DB-D50E-357D7BE6072C}"/>
          </ac:picMkLst>
        </pc:picChg>
        <pc:picChg chg="mod">
          <ac:chgData name="Eric Akoto" userId="3361b231f76eb4bd" providerId="LiveId" clId="{EE337569-5E8B-41CD-8E4E-A14915C61AC6}" dt="2025-11-05T06:34:48.151" v="487" actId="14100"/>
          <ac:picMkLst>
            <pc:docMk/>
            <pc:sldMk cId="2350656581" sldId="262"/>
            <ac:picMk id="46" creationId="{6F38704F-DF34-D015-1F1C-E1220B50B307}"/>
          </ac:picMkLst>
        </pc:picChg>
        <pc:picChg chg="mod">
          <ac:chgData name="Eric Akoto" userId="3361b231f76eb4bd" providerId="LiveId" clId="{EE337569-5E8B-41CD-8E4E-A14915C61AC6}" dt="2025-11-05T06:36:09.862" v="490" actId="14100"/>
          <ac:picMkLst>
            <pc:docMk/>
            <pc:sldMk cId="2350656581" sldId="262"/>
            <ac:picMk id="50" creationId="{975398A2-9E2E-B967-9022-AAA361ACDBDA}"/>
          </ac:picMkLst>
        </pc:picChg>
        <pc:picChg chg="mod">
          <ac:chgData name="Eric Akoto" userId="3361b231f76eb4bd" providerId="LiveId" clId="{EE337569-5E8B-41CD-8E4E-A14915C61AC6}" dt="2025-11-05T06:36:24.294" v="491" actId="14100"/>
          <ac:picMkLst>
            <pc:docMk/>
            <pc:sldMk cId="2350656581" sldId="262"/>
            <ac:picMk id="53" creationId="{D43BDE28-9645-4666-A9B8-DDEC33263686}"/>
          </ac:picMkLst>
        </pc:picChg>
        <pc:picChg chg="mod">
          <ac:chgData name="Eric Akoto" userId="3361b231f76eb4bd" providerId="LiveId" clId="{EE337569-5E8B-41CD-8E4E-A14915C61AC6}" dt="2025-11-05T06:35:04.109" v="488" actId="14100"/>
          <ac:picMkLst>
            <pc:docMk/>
            <pc:sldMk cId="2350656581" sldId="262"/>
            <ac:picMk id="54" creationId="{9E8D6719-CA03-19F9-E975-DB66B22FB194}"/>
          </ac:picMkLst>
        </pc:picChg>
        <pc:picChg chg="mod">
          <ac:chgData name="Eric Akoto" userId="3361b231f76eb4bd" providerId="LiveId" clId="{EE337569-5E8B-41CD-8E4E-A14915C61AC6}" dt="2025-11-05T06:34:48.151" v="487" actId="14100"/>
          <ac:picMkLst>
            <pc:docMk/>
            <pc:sldMk cId="2350656581" sldId="262"/>
            <ac:picMk id="55" creationId="{C59AECC3-8DA5-551B-564C-FCDBEEABE5F3}"/>
          </ac:picMkLst>
        </pc:picChg>
        <pc:picChg chg="mod">
          <ac:chgData name="Eric Akoto" userId="3361b231f76eb4bd" providerId="LiveId" clId="{EE337569-5E8B-41CD-8E4E-A14915C61AC6}" dt="2025-11-05T06:34:48.151" v="487" actId="14100"/>
          <ac:picMkLst>
            <pc:docMk/>
            <pc:sldMk cId="2350656581" sldId="262"/>
            <ac:picMk id="56" creationId="{84FDE8BE-0344-6A5C-C3D8-B3CB1BC095BA}"/>
          </ac:picMkLst>
        </pc:picChg>
        <pc:picChg chg="mod">
          <ac:chgData name="Eric Akoto" userId="3361b231f76eb4bd" providerId="LiveId" clId="{EE337569-5E8B-41CD-8E4E-A14915C61AC6}" dt="2025-11-05T06:35:04.109" v="488" actId="14100"/>
          <ac:picMkLst>
            <pc:docMk/>
            <pc:sldMk cId="2350656581" sldId="262"/>
            <ac:picMk id="57" creationId="{E2B966BC-F24B-3049-246F-472E99415083}"/>
          </ac:picMkLst>
        </pc:picChg>
        <pc:picChg chg="mod">
          <ac:chgData name="Eric Akoto" userId="3361b231f76eb4bd" providerId="LiveId" clId="{EE337569-5E8B-41CD-8E4E-A14915C61AC6}" dt="2025-11-05T06:36:24.294" v="491" actId="14100"/>
          <ac:picMkLst>
            <pc:docMk/>
            <pc:sldMk cId="2350656581" sldId="262"/>
            <ac:picMk id="58" creationId="{00CDA86A-5C20-D306-9093-AF03D19A9552}"/>
          </ac:picMkLst>
        </pc:picChg>
        <pc:picChg chg="mod">
          <ac:chgData name="Eric Akoto" userId="3361b231f76eb4bd" providerId="LiveId" clId="{EE337569-5E8B-41CD-8E4E-A14915C61AC6}" dt="2025-11-05T06:36:09.862" v="490" actId="14100"/>
          <ac:picMkLst>
            <pc:docMk/>
            <pc:sldMk cId="2350656581" sldId="262"/>
            <ac:picMk id="67" creationId="{66ECDD57-00B4-8C7A-3270-385E85409C22}"/>
          </ac:picMkLst>
        </pc:picChg>
        <pc:picChg chg="mod">
          <ac:chgData name="Eric Akoto" userId="3361b231f76eb4bd" providerId="LiveId" clId="{EE337569-5E8B-41CD-8E4E-A14915C61AC6}" dt="2025-11-05T06:36:09.862" v="490" actId="14100"/>
          <ac:picMkLst>
            <pc:docMk/>
            <pc:sldMk cId="2350656581" sldId="262"/>
            <ac:picMk id="68" creationId="{04344CD6-A89D-2500-0083-D06019684789}"/>
          </ac:picMkLst>
        </pc:picChg>
        <pc:picChg chg="mod">
          <ac:chgData name="Eric Akoto" userId="3361b231f76eb4bd" providerId="LiveId" clId="{EE337569-5E8B-41CD-8E4E-A14915C61AC6}" dt="2025-11-05T06:36:24.294" v="491" actId="14100"/>
          <ac:picMkLst>
            <pc:docMk/>
            <pc:sldMk cId="2350656581" sldId="262"/>
            <ac:picMk id="69" creationId="{BAB34515-BAA0-8131-9960-6449AD038260}"/>
          </ac:picMkLst>
        </pc:picChg>
      </pc:sldChg>
      <pc:sldChg chg="addSp delSp modSp add mod">
        <pc:chgData name="Eric Akoto" userId="3361b231f76eb4bd" providerId="LiveId" clId="{EE337569-5E8B-41CD-8E4E-A14915C61AC6}" dt="2025-11-06T17:11:53.370" v="683" actId="122"/>
        <pc:sldMkLst>
          <pc:docMk/>
          <pc:sldMk cId="4231798766" sldId="263"/>
        </pc:sldMkLst>
        <pc:spChg chg="add mod">
          <ac:chgData name="Eric Akoto" userId="3361b231f76eb4bd" providerId="LiveId" clId="{EE337569-5E8B-41CD-8E4E-A14915C61AC6}" dt="2025-11-05T06:39:39.646" v="501" actId="14100"/>
          <ac:spMkLst>
            <pc:docMk/>
            <pc:sldMk cId="4231798766" sldId="263"/>
            <ac:spMk id="3" creationId="{B6D83324-97BB-F25A-7EA9-9646B4DF8EA1}"/>
          </ac:spMkLst>
        </pc:spChg>
        <pc:spChg chg="add mod">
          <ac:chgData name="Eric Akoto" userId="3361b231f76eb4bd" providerId="LiveId" clId="{EE337569-5E8B-41CD-8E4E-A14915C61AC6}" dt="2025-11-05T17:30:35.889" v="535" actId="14100"/>
          <ac:spMkLst>
            <pc:docMk/>
            <pc:sldMk cId="4231798766" sldId="263"/>
            <ac:spMk id="5" creationId="{09F80074-A807-8711-3C1C-695517A3A68A}"/>
          </ac:spMkLst>
        </pc:spChg>
        <pc:spChg chg="add mod">
          <ac:chgData name="Eric Akoto" userId="3361b231f76eb4bd" providerId="LiveId" clId="{EE337569-5E8B-41CD-8E4E-A14915C61AC6}" dt="2025-11-05T17:30:39.166" v="536" actId="14100"/>
          <ac:spMkLst>
            <pc:docMk/>
            <pc:sldMk cId="4231798766" sldId="263"/>
            <ac:spMk id="6" creationId="{55754E6A-ADBC-164A-B1DA-3A7979B4B8A2}"/>
          </ac:spMkLst>
        </pc:spChg>
        <pc:spChg chg="add mod">
          <ac:chgData name="Eric Akoto" userId="3361b231f76eb4bd" providerId="LiveId" clId="{EE337569-5E8B-41CD-8E4E-A14915C61AC6}" dt="2025-11-05T18:13:16.320" v="612" actId="1076"/>
          <ac:spMkLst>
            <pc:docMk/>
            <pc:sldMk cId="4231798766" sldId="263"/>
            <ac:spMk id="7" creationId="{404FD4A0-3065-7658-2D98-E79C3FA60952}"/>
          </ac:spMkLst>
        </pc:spChg>
        <pc:spChg chg="add mod">
          <ac:chgData name="Eric Akoto" userId="3361b231f76eb4bd" providerId="LiveId" clId="{EE337569-5E8B-41CD-8E4E-A14915C61AC6}" dt="2025-11-06T17:11:53.370" v="683" actId="122"/>
          <ac:spMkLst>
            <pc:docMk/>
            <pc:sldMk cId="4231798766" sldId="263"/>
            <ac:spMk id="8" creationId="{C9D1FCC9-72A7-E578-4070-782E36F5D7D9}"/>
          </ac:spMkLst>
        </pc:spChg>
        <pc:spChg chg="del">
          <ac:chgData name="Eric Akoto" userId="3361b231f76eb4bd" providerId="LiveId" clId="{EE337569-5E8B-41CD-8E4E-A14915C61AC6}" dt="2025-11-05T06:38:03.876" v="493" actId="478"/>
          <ac:spMkLst>
            <pc:docMk/>
            <pc:sldMk cId="4231798766" sldId="263"/>
            <ac:spMk id="10" creationId="{19993BF9-C144-15A0-F12E-F222DA5E249A}"/>
          </ac:spMkLst>
        </pc:spChg>
        <pc:spChg chg="del">
          <ac:chgData name="Eric Akoto" userId="3361b231f76eb4bd" providerId="LiveId" clId="{EE337569-5E8B-41CD-8E4E-A14915C61AC6}" dt="2025-11-05T06:38:03.876" v="493" actId="478"/>
          <ac:spMkLst>
            <pc:docMk/>
            <pc:sldMk cId="4231798766" sldId="263"/>
            <ac:spMk id="18" creationId="{FA0E4A62-8A0E-BF0B-BA68-B432CDE8DB69}"/>
          </ac:spMkLst>
        </pc:spChg>
        <pc:spChg chg="del">
          <ac:chgData name="Eric Akoto" userId="3361b231f76eb4bd" providerId="LiveId" clId="{EE337569-5E8B-41CD-8E4E-A14915C61AC6}" dt="2025-11-05T06:38:03.876" v="493" actId="478"/>
          <ac:spMkLst>
            <pc:docMk/>
            <pc:sldMk cId="4231798766" sldId="263"/>
            <ac:spMk id="20" creationId="{42F51208-0C96-1D7B-7A30-73DD996D38D9}"/>
          </ac:spMkLst>
        </pc:spChg>
        <pc:spChg chg="del">
          <ac:chgData name="Eric Akoto" userId="3361b231f76eb4bd" providerId="LiveId" clId="{EE337569-5E8B-41CD-8E4E-A14915C61AC6}" dt="2025-11-05T06:38:03.876" v="493" actId="478"/>
          <ac:spMkLst>
            <pc:docMk/>
            <pc:sldMk cId="4231798766" sldId="263"/>
            <ac:spMk id="21" creationId="{CF3FF7BA-CF0B-A35D-6FDA-916A0B88DFD6}"/>
          </ac:spMkLst>
        </pc:spChg>
        <pc:spChg chg="del">
          <ac:chgData name="Eric Akoto" userId="3361b231f76eb4bd" providerId="LiveId" clId="{EE337569-5E8B-41CD-8E4E-A14915C61AC6}" dt="2025-11-05T06:38:03.876" v="493" actId="478"/>
          <ac:spMkLst>
            <pc:docMk/>
            <pc:sldMk cId="4231798766" sldId="263"/>
            <ac:spMk id="25" creationId="{2269AD81-9AB1-861A-7C52-475C850DC4AD}"/>
          </ac:spMkLst>
        </pc:spChg>
        <pc:spChg chg="del">
          <ac:chgData name="Eric Akoto" userId="3361b231f76eb4bd" providerId="LiveId" clId="{EE337569-5E8B-41CD-8E4E-A14915C61AC6}" dt="2025-11-05T06:38:03.876" v="493" actId="478"/>
          <ac:spMkLst>
            <pc:docMk/>
            <pc:sldMk cId="4231798766" sldId="263"/>
            <ac:spMk id="26" creationId="{7CD0A3D1-0FCB-30C6-6B30-5C817792E3ED}"/>
          </ac:spMkLst>
        </pc:spChg>
        <pc:spChg chg="del">
          <ac:chgData name="Eric Akoto" userId="3361b231f76eb4bd" providerId="LiveId" clId="{EE337569-5E8B-41CD-8E4E-A14915C61AC6}" dt="2025-11-05T06:38:03.876" v="493" actId="478"/>
          <ac:spMkLst>
            <pc:docMk/>
            <pc:sldMk cId="4231798766" sldId="263"/>
            <ac:spMk id="27" creationId="{FBE73C27-5AC7-CBFD-0941-9FB9196C2252}"/>
          </ac:spMkLst>
        </pc:spChg>
        <pc:spChg chg="del">
          <ac:chgData name="Eric Akoto" userId="3361b231f76eb4bd" providerId="LiveId" clId="{EE337569-5E8B-41CD-8E4E-A14915C61AC6}" dt="2025-11-05T06:38:03.876" v="493" actId="478"/>
          <ac:spMkLst>
            <pc:docMk/>
            <pc:sldMk cId="4231798766" sldId="263"/>
            <ac:spMk id="29" creationId="{6CCC40C9-7A81-7185-797A-8515B21F98CB}"/>
          </ac:spMkLst>
        </pc:spChg>
        <pc:spChg chg="del">
          <ac:chgData name="Eric Akoto" userId="3361b231f76eb4bd" providerId="LiveId" clId="{EE337569-5E8B-41CD-8E4E-A14915C61AC6}" dt="2025-11-05T06:38:03.876" v="493" actId="478"/>
          <ac:spMkLst>
            <pc:docMk/>
            <pc:sldMk cId="4231798766" sldId="263"/>
            <ac:spMk id="32" creationId="{FB17E293-2E77-A2FA-A90C-BBA11CBE613C}"/>
          </ac:spMkLst>
        </pc:spChg>
        <pc:spChg chg="del">
          <ac:chgData name="Eric Akoto" userId="3361b231f76eb4bd" providerId="LiveId" clId="{EE337569-5E8B-41CD-8E4E-A14915C61AC6}" dt="2025-11-05T06:38:03.876" v="493" actId="478"/>
          <ac:spMkLst>
            <pc:docMk/>
            <pc:sldMk cId="4231798766" sldId="263"/>
            <ac:spMk id="37" creationId="{54228580-7478-E1F9-BF10-4FC974BB898C}"/>
          </ac:spMkLst>
        </pc:spChg>
        <pc:spChg chg="mod">
          <ac:chgData name="Eric Akoto" userId="3361b231f76eb4bd" providerId="LiveId" clId="{EE337569-5E8B-41CD-8E4E-A14915C61AC6}" dt="2025-11-05T13:53:51.477" v="510" actId="14100"/>
          <ac:spMkLst>
            <pc:docMk/>
            <pc:sldMk cId="4231798766" sldId="263"/>
            <ac:spMk id="51" creationId="{DEC283F5-A50E-BDD7-3A73-1F720CAD36F0}"/>
          </ac:spMkLst>
        </pc:spChg>
        <pc:spChg chg="mod">
          <ac:chgData name="Eric Akoto" userId="3361b231f76eb4bd" providerId="LiveId" clId="{EE337569-5E8B-41CD-8E4E-A14915C61AC6}" dt="2025-11-05T13:54:07.787" v="511" actId="1076"/>
          <ac:spMkLst>
            <pc:docMk/>
            <pc:sldMk cId="4231798766" sldId="263"/>
            <ac:spMk id="52" creationId="{A7F11413-EDE4-37EF-B9AE-727158E0EE89}"/>
          </ac:spMkLst>
        </pc:spChg>
        <pc:spChg chg="mod">
          <ac:chgData name="Eric Akoto" userId="3361b231f76eb4bd" providerId="LiveId" clId="{EE337569-5E8B-41CD-8E4E-A14915C61AC6}" dt="2025-11-05T13:31:06.870" v="505" actId="207"/>
          <ac:spMkLst>
            <pc:docMk/>
            <pc:sldMk cId="4231798766" sldId="263"/>
            <ac:spMk id="61" creationId="{11D79D73-E08A-6F50-BB9D-6EB99E10D27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1112F-C95F-0384-E8CC-9FDF64577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F8551-5CE6-42D8-26F2-CD6CAB986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CAA83-F735-C8C8-7231-90F442179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EC0BA-A043-4E44-865A-19443A90A29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CAEDB-21E2-A5BE-433E-45949D506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733C8-53F4-8D3E-06D5-A5A9B52DA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CAB3D-55E4-4061-9483-1E2B3C86F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693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02472-31D1-2996-C1D7-7DB66235F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18220-D80F-160B-933F-2F502E822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475C1-3BB0-A818-6329-F4DA47940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EC0BA-A043-4E44-865A-19443A90A29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86AF3-466B-5140-2939-0B5BBF17F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E978C-DCEC-B7E0-8AD8-ACBD26CD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CAB3D-55E4-4061-9483-1E2B3C86F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522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391AD-32D0-1569-7DAA-8F7B6563F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A558C-735C-4B78-1AC9-D2B9F6B1E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AA52D-9361-D87E-27FE-0F5F77627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EC0BA-A043-4E44-865A-19443A90A29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E5885-F96F-1F79-63F3-966EB8C7A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2ADF0-5638-3D14-9D4F-E5FBE7A09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CAB3D-55E4-4061-9483-1E2B3C86F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718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AD83E-C81A-B3FB-0F53-3A2D0B2B1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7F04E-E481-AB60-7A5D-32A3954FC6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13EA9-172A-C0EE-2457-DD8FF614A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5C6443-8376-E0BA-7D6F-DC75838DF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EC0BA-A043-4E44-865A-19443A90A29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6A52F-8B41-DF8B-E0A0-5CA0BBDA2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CF34B-AC6E-00F8-528B-AE5427C9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CAB3D-55E4-4061-9483-1E2B3C86F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22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C87EA-F883-CEFD-F517-7921CD664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57AED-DC2C-09E1-297C-E12FA0F3A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794072-D5B3-4117-656C-B3B43ACE7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958EC8-3826-91E3-1714-1181D62D51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51517A-4562-5829-0D16-6E8F26CF4D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192EA4-4D37-FF31-19F8-1AC6C0E20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EC0BA-A043-4E44-865A-19443A90A29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F0CBAA-E261-2635-3FB2-EA6A03D88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F03A6E-A6B1-B626-CD70-7665728DE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CAB3D-55E4-4061-9483-1E2B3C86F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2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B9BB7-A240-B495-8D0B-EE437F1E2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0C4508-B64D-164A-28EB-8BE4DEBBF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EC0BA-A043-4E44-865A-19443A90A29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CADD3-9AD3-D347-5FAC-136E2F10F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F7F634-EA0C-8506-48D1-56C3A76E1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CAB3D-55E4-4061-9483-1E2B3C86F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47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4420E5-732B-D0D0-D89D-CD78FCCC7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EC0BA-A043-4E44-865A-19443A90A29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82FDFD-BB73-F119-97D5-2C68288E6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7AAD7-2BB4-6D24-B628-B04717494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CAB3D-55E4-4061-9483-1E2B3C86F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32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C7E08-B39D-2C27-A19E-8D6C6B65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DA8B8-D1A1-9A78-1272-78E22F848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15805C-E49B-5C71-B542-BB957B875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F39C5-641B-F41C-A267-1C7AE36BA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EC0BA-A043-4E44-865A-19443A90A29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8F7CF-9AB8-AC13-7448-EFE59C4E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AAA52-B58F-44B2-D77E-05061266E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CAB3D-55E4-4061-9483-1E2B3C86F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895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0EAE2-97B7-79B5-4A47-7936CB81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9F94BE-5FFD-5732-DB51-97002B0725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24CD7-6834-70FE-8F33-5DA3B9336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75BB9-0C55-A3F6-F755-2697342D1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EC0BA-A043-4E44-865A-19443A90A29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C356F-072A-7C7E-D8CC-4F0E421BD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CA158-69A4-E573-2AD5-A1628E449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CAB3D-55E4-4061-9483-1E2B3C86F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806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A947-1DC4-11A5-E3C9-0C4708595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4F8E0F-87BF-B910-F0DB-595D38AD9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5443D-4047-BEFE-1864-5F3B7DE7A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EC0BA-A043-4E44-865A-19443A90A29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6FFF4-DE94-F62A-1CCE-721751E01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B5590-0866-A98E-368F-A9DA8339D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CAB3D-55E4-4061-9483-1E2B3C86F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99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6E2461-9D49-80F9-3072-E68BF4D35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B0EE36-7571-3114-DD6F-36BBF8618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54239-ABA2-1A81-35AF-AFC7CAF9D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EC0BA-A043-4E44-865A-19443A90A29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A1004-0EC4-C765-0044-5428E9B7A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AA49A-A97D-F660-DC65-BDE4B7303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CAB3D-55E4-4061-9483-1E2B3C86F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16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83CD18-353D-72B3-EF88-4B42A13A3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41A5A-C048-693B-8652-53B149840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44925-95C8-B20A-401D-414884E2E1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DEC0BA-A043-4E44-865A-19443A90A29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7B302-C290-D7E2-A4FB-18E22FD65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00D52-13D5-6C9F-8D95-D039FBF85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FCAB3D-55E4-4061-9483-1E2B3C86F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213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1.png"/><Relationship Id="rId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CCBD74-63CF-2773-A4EE-14AD55FEF9A7}"/>
              </a:ext>
            </a:extLst>
          </p:cNvPr>
          <p:cNvSpPr/>
          <p:nvPr/>
        </p:nvSpPr>
        <p:spPr>
          <a:xfrm>
            <a:off x="114300" y="127000"/>
            <a:ext cx="11963400" cy="6578600"/>
          </a:xfrm>
          <a:prstGeom prst="roundRect">
            <a:avLst>
              <a:gd name="adj" fmla="val 282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809D50-E78F-6374-31D8-EEF027723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614" y="663961"/>
            <a:ext cx="3088027" cy="28473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FFCD7C-31CF-142C-BADE-7F8C54507EA7}"/>
              </a:ext>
            </a:extLst>
          </p:cNvPr>
          <p:cNvSpPr txBox="1"/>
          <p:nvPr/>
        </p:nvSpPr>
        <p:spPr>
          <a:xfrm>
            <a:off x="978951" y="3493768"/>
            <a:ext cx="4322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Bahnschrift" panose="020B0502040204020203" pitchFamily="34" charset="0"/>
              </a:rPr>
              <a:t>BANKING DASHBOARD</a:t>
            </a:r>
            <a:endParaRPr lang="en-IN" sz="28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417C5A-12D8-4638-C83A-7D279105C488}"/>
              </a:ext>
            </a:extLst>
          </p:cNvPr>
          <p:cNvSpPr/>
          <p:nvPr/>
        </p:nvSpPr>
        <p:spPr>
          <a:xfrm>
            <a:off x="361795" y="4503376"/>
            <a:ext cx="2362200" cy="6023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LOAN ANALYSIS</a:t>
            </a:r>
            <a:endParaRPr lang="en-IN" b="1" dirty="0">
              <a:latin typeface="Bahnschrift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F2FB37-2030-32F8-CB9C-8B0EE0F2378B}"/>
              </a:ext>
            </a:extLst>
          </p:cNvPr>
          <p:cNvSpPr/>
          <p:nvPr/>
        </p:nvSpPr>
        <p:spPr>
          <a:xfrm>
            <a:off x="3503035" y="4503376"/>
            <a:ext cx="2362200" cy="6023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DEPOSIT ANALYSIS</a:t>
            </a:r>
            <a:endParaRPr lang="en-IN" b="1" dirty="0">
              <a:latin typeface="Bahnschrift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457076-6B6B-1766-A0DF-BA63C79661B5}"/>
              </a:ext>
            </a:extLst>
          </p:cNvPr>
          <p:cNvSpPr/>
          <p:nvPr/>
        </p:nvSpPr>
        <p:spPr>
          <a:xfrm>
            <a:off x="1959021" y="5592126"/>
            <a:ext cx="2362200" cy="6023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SUMMARY</a:t>
            </a:r>
            <a:endParaRPr lang="en-IN" b="1" dirty="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8BB58C-6AF4-F41B-D922-EB889DACC362}"/>
              </a:ext>
            </a:extLst>
          </p:cNvPr>
          <p:cNvSpPr/>
          <p:nvPr/>
        </p:nvSpPr>
        <p:spPr>
          <a:xfrm>
            <a:off x="6245362" y="1246234"/>
            <a:ext cx="5675845" cy="93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C79D7F-E378-AE8F-0A78-76FE55CF0942}"/>
              </a:ext>
            </a:extLst>
          </p:cNvPr>
          <p:cNvSpPr/>
          <p:nvPr/>
        </p:nvSpPr>
        <p:spPr>
          <a:xfrm>
            <a:off x="6245362" y="2277939"/>
            <a:ext cx="2831046" cy="128816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AB45CF-990F-7D00-4272-B0FEDF0DA402}"/>
              </a:ext>
            </a:extLst>
          </p:cNvPr>
          <p:cNvSpPr/>
          <p:nvPr/>
        </p:nvSpPr>
        <p:spPr>
          <a:xfrm>
            <a:off x="9194941" y="2279460"/>
            <a:ext cx="2726266" cy="128664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27B55E-CDDE-052B-ABE9-9B66B28E98AA}"/>
              </a:ext>
            </a:extLst>
          </p:cNvPr>
          <p:cNvSpPr txBox="1"/>
          <p:nvPr/>
        </p:nvSpPr>
        <p:spPr>
          <a:xfrm>
            <a:off x="7002497" y="2334802"/>
            <a:ext cx="1412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Total Clients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AAB14D-BC6C-AFC1-700F-A541E59DCDE1}"/>
              </a:ext>
            </a:extLst>
          </p:cNvPr>
          <p:cNvSpPr txBox="1"/>
          <p:nvPr/>
        </p:nvSpPr>
        <p:spPr>
          <a:xfrm>
            <a:off x="9940012" y="2334802"/>
            <a:ext cx="1181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Total Loan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DBC3FE-9B0C-0D68-BF28-9965DFF69C84}"/>
              </a:ext>
            </a:extLst>
          </p:cNvPr>
          <p:cNvSpPr/>
          <p:nvPr/>
        </p:nvSpPr>
        <p:spPr>
          <a:xfrm>
            <a:off x="6245362" y="3666472"/>
            <a:ext cx="2831046" cy="128816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5432AD-9B49-6B7B-1B47-D7D1D93B5272}"/>
              </a:ext>
            </a:extLst>
          </p:cNvPr>
          <p:cNvSpPr/>
          <p:nvPr/>
        </p:nvSpPr>
        <p:spPr>
          <a:xfrm>
            <a:off x="9194941" y="3667993"/>
            <a:ext cx="2726266" cy="128664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A132B5-89EF-2686-C439-8AF72AE99210}"/>
              </a:ext>
            </a:extLst>
          </p:cNvPr>
          <p:cNvSpPr txBox="1"/>
          <p:nvPr/>
        </p:nvSpPr>
        <p:spPr>
          <a:xfrm>
            <a:off x="6804830" y="3748545"/>
            <a:ext cx="14125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Total Deposit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B20323-4B54-0D69-74C2-29C8120D960C}"/>
              </a:ext>
            </a:extLst>
          </p:cNvPr>
          <p:cNvSpPr txBox="1"/>
          <p:nvPr/>
        </p:nvSpPr>
        <p:spPr>
          <a:xfrm>
            <a:off x="9975991" y="3749541"/>
            <a:ext cx="1181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Total Fees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700412E-6C9D-491D-E87A-53E1B587E5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917" y="4042642"/>
            <a:ext cx="642179" cy="71618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8FE2810-DD85-38C6-8CC7-94D4A566F86B}"/>
              </a:ext>
            </a:extLst>
          </p:cNvPr>
          <p:cNvSpPr/>
          <p:nvPr/>
        </p:nvSpPr>
        <p:spPr>
          <a:xfrm>
            <a:off x="6245362" y="5055005"/>
            <a:ext cx="2831046" cy="128816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978EFE-EBE0-24D3-B34A-9B8465563853}"/>
              </a:ext>
            </a:extLst>
          </p:cNvPr>
          <p:cNvSpPr/>
          <p:nvPr/>
        </p:nvSpPr>
        <p:spPr>
          <a:xfrm>
            <a:off x="9194941" y="5056526"/>
            <a:ext cx="2726266" cy="128664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DFE1E5-5692-1197-7A79-F86B89EDFD46}"/>
              </a:ext>
            </a:extLst>
          </p:cNvPr>
          <p:cNvSpPr txBox="1"/>
          <p:nvPr/>
        </p:nvSpPr>
        <p:spPr>
          <a:xfrm>
            <a:off x="6681253" y="5148528"/>
            <a:ext cx="1840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Credit Card Balance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AB39DD-009E-3646-5DD6-59D46371C9C1}"/>
              </a:ext>
            </a:extLst>
          </p:cNvPr>
          <p:cNvSpPr txBox="1"/>
          <p:nvPr/>
        </p:nvSpPr>
        <p:spPr>
          <a:xfrm>
            <a:off x="9291505" y="5159281"/>
            <a:ext cx="2622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Saving Account Amount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99F2887-5C52-2538-6075-AB1A352D2D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924" y="2698436"/>
            <a:ext cx="611900" cy="6119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F43D66D-0A31-FE02-4EF2-1B6AC84469E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3793" y="5487082"/>
            <a:ext cx="742615" cy="67330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1210E54-F5C5-F458-F1B3-EEE97A008BC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258" y="2698436"/>
            <a:ext cx="785496" cy="57079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3B36F04-3381-7E2C-AB60-6F60F5F85A0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4543" y="4108088"/>
            <a:ext cx="820854" cy="57186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5659231-0017-BDCC-F323-6594F589B98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7090" y="5527548"/>
            <a:ext cx="628023" cy="62802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12B6C29-3EE3-A7F3-943C-261F11430E51}"/>
              </a:ext>
            </a:extLst>
          </p:cNvPr>
          <p:cNvSpPr txBox="1"/>
          <p:nvPr/>
        </p:nvSpPr>
        <p:spPr>
          <a:xfrm>
            <a:off x="6681253" y="1558011"/>
            <a:ext cx="13939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>
                <a:solidFill>
                  <a:srgbClr val="002060"/>
                </a:solidFill>
                <a:latin typeface="Bahnschrift" panose="020B0502040204020203" pitchFamily="34" charset="0"/>
              </a:defRPr>
            </a:lvl1pPr>
          </a:lstStyle>
          <a:p>
            <a:r>
              <a:rPr lang="en-US" sz="1400" dirty="0"/>
              <a:t>Gender</a:t>
            </a:r>
            <a:endParaRPr lang="en-IN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185359-B73D-1F88-48F4-9BE412AD2DFC}"/>
              </a:ext>
            </a:extLst>
          </p:cNvPr>
          <p:cNvSpPr txBox="1"/>
          <p:nvPr/>
        </p:nvSpPr>
        <p:spPr>
          <a:xfrm>
            <a:off x="7207705" y="184586"/>
            <a:ext cx="1500144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LOAN ANALYSIS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C3CC3B2-616C-95F7-F16E-F1DF3A5A0FE1}"/>
              </a:ext>
            </a:extLst>
          </p:cNvPr>
          <p:cNvSpPr txBox="1"/>
          <p:nvPr/>
        </p:nvSpPr>
        <p:spPr>
          <a:xfrm>
            <a:off x="8822331" y="184586"/>
            <a:ext cx="1841940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DEPOSIT ANALYSIS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5289BA-FB5E-719E-6DB1-52EAFA349836}"/>
              </a:ext>
            </a:extLst>
          </p:cNvPr>
          <p:cNvSpPr txBox="1"/>
          <p:nvPr/>
        </p:nvSpPr>
        <p:spPr>
          <a:xfrm>
            <a:off x="10778753" y="184586"/>
            <a:ext cx="114523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SUMMARY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F8ED36-392C-9A10-56EB-6183A7015413}"/>
              </a:ext>
            </a:extLst>
          </p:cNvPr>
          <p:cNvSpPr txBox="1"/>
          <p:nvPr/>
        </p:nvSpPr>
        <p:spPr>
          <a:xfrm>
            <a:off x="155094" y="190214"/>
            <a:ext cx="86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HOME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3E91CF-F573-9256-988B-45C52E47A8CC}"/>
              </a:ext>
            </a:extLst>
          </p:cNvPr>
          <p:cNvSpPr/>
          <p:nvPr/>
        </p:nvSpPr>
        <p:spPr>
          <a:xfrm>
            <a:off x="7353300" y="516090"/>
            <a:ext cx="4649030" cy="517835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F01413-0EAA-D819-A08C-95424EE82673}"/>
              </a:ext>
            </a:extLst>
          </p:cNvPr>
          <p:cNvSpPr txBox="1"/>
          <p:nvPr/>
        </p:nvSpPr>
        <p:spPr>
          <a:xfrm>
            <a:off x="7383340" y="621118"/>
            <a:ext cx="1169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Joining Year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874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E6B6B6-69FC-8E07-9742-65DB9E606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7F2A0D9-E5B9-0F60-2D33-2AF07824084C}"/>
              </a:ext>
            </a:extLst>
          </p:cNvPr>
          <p:cNvSpPr/>
          <p:nvPr/>
        </p:nvSpPr>
        <p:spPr>
          <a:xfrm>
            <a:off x="114300" y="127000"/>
            <a:ext cx="11963400" cy="6578600"/>
          </a:xfrm>
          <a:prstGeom prst="roundRect">
            <a:avLst>
              <a:gd name="adj" fmla="val 282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4A8B5B-6BB1-5679-763E-5FFF5CCF6BE1}"/>
              </a:ext>
            </a:extLst>
          </p:cNvPr>
          <p:cNvSpPr/>
          <p:nvPr/>
        </p:nvSpPr>
        <p:spPr>
          <a:xfrm>
            <a:off x="203822" y="1135525"/>
            <a:ext cx="11798508" cy="845675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9F160D-AD43-4C00-4638-06B736D45B3F}"/>
              </a:ext>
            </a:extLst>
          </p:cNvPr>
          <p:cNvSpPr/>
          <p:nvPr/>
        </p:nvSpPr>
        <p:spPr>
          <a:xfrm>
            <a:off x="203822" y="2095500"/>
            <a:ext cx="2116667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BC7740E-A196-C9CB-4696-023B458EA63C}"/>
              </a:ext>
            </a:extLst>
          </p:cNvPr>
          <p:cNvSpPr/>
          <p:nvPr/>
        </p:nvSpPr>
        <p:spPr>
          <a:xfrm>
            <a:off x="2405155" y="2095500"/>
            <a:ext cx="2116667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40F4855-B978-E406-527C-E869FC59E115}"/>
              </a:ext>
            </a:extLst>
          </p:cNvPr>
          <p:cNvSpPr/>
          <p:nvPr/>
        </p:nvSpPr>
        <p:spPr>
          <a:xfrm>
            <a:off x="203822" y="3340099"/>
            <a:ext cx="2116667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05F82E7-48D5-7A64-C376-D0DE35BEE001}"/>
              </a:ext>
            </a:extLst>
          </p:cNvPr>
          <p:cNvSpPr/>
          <p:nvPr/>
        </p:nvSpPr>
        <p:spPr>
          <a:xfrm>
            <a:off x="2405155" y="3340098"/>
            <a:ext cx="2116667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C04CFD3-7944-A7D6-18F9-60629E686BDE}"/>
              </a:ext>
            </a:extLst>
          </p:cNvPr>
          <p:cNvSpPr/>
          <p:nvPr/>
        </p:nvSpPr>
        <p:spPr>
          <a:xfrm>
            <a:off x="189670" y="4580462"/>
            <a:ext cx="4326841" cy="1977377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E20CE99-B596-3078-F27C-0A808A4F3D09}"/>
              </a:ext>
            </a:extLst>
          </p:cNvPr>
          <p:cNvSpPr/>
          <p:nvPr/>
        </p:nvSpPr>
        <p:spPr>
          <a:xfrm>
            <a:off x="4600707" y="2091265"/>
            <a:ext cx="4328637" cy="21082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3AFD1B0-E4CA-52D7-8B42-F67724ED1D2C}"/>
              </a:ext>
            </a:extLst>
          </p:cNvPr>
          <p:cNvSpPr/>
          <p:nvPr/>
        </p:nvSpPr>
        <p:spPr>
          <a:xfrm>
            <a:off x="4600707" y="4301066"/>
            <a:ext cx="4328637" cy="2264834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848043B-FB42-896A-FD27-230F3EACBC67}"/>
              </a:ext>
            </a:extLst>
          </p:cNvPr>
          <p:cNvSpPr/>
          <p:nvPr/>
        </p:nvSpPr>
        <p:spPr>
          <a:xfrm>
            <a:off x="9002918" y="2091266"/>
            <a:ext cx="2999412" cy="4474634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CA76F5-BB54-6BAF-FC53-04243F274A16}"/>
              </a:ext>
            </a:extLst>
          </p:cNvPr>
          <p:cNvSpPr txBox="1"/>
          <p:nvPr/>
        </p:nvSpPr>
        <p:spPr>
          <a:xfrm>
            <a:off x="665677" y="2127488"/>
            <a:ext cx="1071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Total Loan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B12233-089C-1C61-8B5F-E604836734F9}"/>
              </a:ext>
            </a:extLst>
          </p:cNvPr>
          <p:cNvSpPr txBox="1"/>
          <p:nvPr/>
        </p:nvSpPr>
        <p:spPr>
          <a:xfrm>
            <a:off x="2805170" y="2127487"/>
            <a:ext cx="1185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Bank Loan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FE4407-5A26-CFF9-07D9-20B4AA8B0956}"/>
              </a:ext>
            </a:extLst>
          </p:cNvPr>
          <p:cNvSpPr txBox="1"/>
          <p:nvPr/>
        </p:nvSpPr>
        <p:spPr>
          <a:xfrm>
            <a:off x="288018" y="3383555"/>
            <a:ext cx="1823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Business Lending 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4514C-93A0-30CD-A3A8-243E3818F53B}"/>
              </a:ext>
            </a:extLst>
          </p:cNvPr>
          <p:cNvSpPr txBox="1"/>
          <p:nvPr/>
        </p:nvSpPr>
        <p:spPr>
          <a:xfrm>
            <a:off x="2429472" y="3383555"/>
            <a:ext cx="1976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Credit Cards Balance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877C6FB7-66B0-AA64-66A4-232E14697B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719" y="2409960"/>
            <a:ext cx="488976" cy="54314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DE660FB-7BE8-9BD7-9255-DC581976E7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114" y="2421181"/>
            <a:ext cx="522791" cy="5207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88CE9683-2AC4-54ED-F058-64BBFED9AC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132" y="3791737"/>
            <a:ext cx="544773" cy="49195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3E0D64B-0431-ED83-B4B8-BE827F8B20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016" y="3670326"/>
            <a:ext cx="491482" cy="599408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82874280-3E42-135E-9684-963A24B342D2}"/>
              </a:ext>
            </a:extLst>
          </p:cNvPr>
          <p:cNvSpPr txBox="1"/>
          <p:nvPr/>
        </p:nvSpPr>
        <p:spPr>
          <a:xfrm>
            <a:off x="7217774" y="185903"/>
            <a:ext cx="1500144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LOAN ANALYSIS</a:t>
            </a:r>
            <a:endParaRPr lang="en-IN" sz="14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D0919D4-A967-1034-21E9-1895423C7081}"/>
              </a:ext>
            </a:extLst>
          </p:cNvPr>
          <p:cNvSpPr txBox="1"/>
          <p:nvPr/>
        </p:nvSpPr>
        <p:spPr>
          <a:xfrm>
            <a:off x="8832400" y="185903"/>
            <a:ext cx="1841940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DEPOSIT ANALYSIS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1B2A438-D4AE-BC0F-9884-69B94F862521}"/>
              </a:ext>
            </a:extLst>
          </p:cNvPr>
          <p:cNvSpPr txBox="1"/>
          <p:nvPr/>
        </p:nvSpPr>
        <p:spPr>
          <a:xfrm>
            <a:off x="10788822" y="185903"/>
            <a:ext cx="114523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SUMMARY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0C39880-C95B-F04B-62E7-8DCEAAEAEF92}"/>
              </a:ext>
            </a:extLst>
          </p:cNvPr>
          <p:cNvSpPr txBox="1"/>
          <p:nvPr/>
        </p:nvSpPr>
        <p:spPr>
          <a:xfrm>
            <a:off x="624528" y="185903"/>
            <a:ext cx="86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HOME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E921FFD-20E9-1884-86D2-CEFC4F5FCB86}"/>
              </a:ext>
            </a:extLst>
          </p:cNvPr>
          <p:cNvSpPr txBox="1"/>
          <p:nvPr/>
        </p:nvSpPr>
        <p:spPr>
          <a:xfrm>
            <a:off x="552866" y="1178831"/>
            <a:ext cx="191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Banking Relationship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83DDBBA-9D98-43A2-1EED-CD79BF987804}"/>
              </a:ext>
            </a:extLst>
          </p:cNvPr>
          <p:cNvSpPr txBox="1"/>
          <p:nvPr/>
        </p:nvSpPr>
        <p:spPr>
          <a:xfrm>
            <a:off x="4350366" y="1186275"/>
            <a:ext cx="191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Gender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146211B-D531-92C8-A11B-7657A7573E35}"/>
              </a:ext>
            </a:extLst>
          </p:cNvPr>
          <p:cNvSpPr txBox="1"/>
          <p:nvPr/>
        </p:nvSpPr>
        <p:spPr>
          <a:xfrm>
            <a:off x="8209168" y="1213301"/>
            <a:ext cx="191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Institution Advisor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DE7F6A90-B201-F402-7802-9AC5256834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123" y="163490"/>
            <a:ext cx="382405" cy="352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13E2E4-3F3D-AF4A-5A01-ACC096DA96E8}"/>
              </a:ext>
            </a:extLst>
          </p:cNvPr>
          <p:cNvSpPr txBox="1"/>
          <p:nvPr/>
        </p:nvSpPr>
        <p:spPr>
          <a:xfrm>
            <a:off x="689098" y="4611353"/>
            <a:ext cx="2602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Bank Loan By Income Band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816F47-9DAD-D82E-3C90-B825BFBB4D63}"/>
              </a:ext>
            </a:extLst>
          </p:cNvPr>
          <p:cNvSpPr txBox="1"/>
          <p:nvPr/>
        </p:nvSpPr>
        <p:spPr>
          <a:xfrm>
            <a:off x="5367695" y="2137146"/>
            <a:ext cx="2794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Monthly Loan Trend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141E1D-D330-BBEE-C77B-18FC054B3763}"/>
              </a:ext>
            </a:extLst>
          </p:cNvPr>
          <p:cNvSpPr txBox="1"/>
          <p:nvPr/>
        </p:nvSpPr>
        <p:spPr>
          <a:xfrm>
            <a:off x="9099951" y="2137146"/>
            <a:ext cx="2794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Total Loan By Nationality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3D81F8-8DB9-C2F2-01BC-505192E57987}"/>
              </a:ext>
            </a:extLst>
          </p:cNvPr>
          <p:cNvSpPr txBox="1"/>
          <p:nvPr/>
        </p:nvSpPr>
        <p:spPr>
          <a:xfrm>
            <a:off x="5120538" y="4328583"/>
            <a:ext cx="3273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Total Loan By Engagement TimeFrame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CAC520-D6E5-D395-0D43-DE2E97788D39}"/>
              </a:ext>
            </a:extLst>
          </p:cNvPr>
          <p:cNvSpPr/>
          <p:nvPr/>
        </p:nvSpPr>
        <p:spPr>
          <a:xfrm>
            <a:off x="7353300" y="516090"/>
            <a:ext cx="4649030" cy="517835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E64038-6D5E-041C-E444-11D74F9BFD33}"/>
              </a:ext>
            </a:extLst>
          </p:cNvPr>
          <p:cNvSpPr txBox="1"/>
          <p:nvPr/>
        </p:nvSpPr>
        <p:spPr>
          <a:xfrm>
            <a:off x="7383340" y="621118"/>
            <a:ext cx="1169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Joining Year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800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A758E5-AF45-4DB3-54AA-32DDA640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27C8EA2-7CF8-93AD-BC7C-A984DAFFBA34}"/>
              </a:ext>
            </a:extLst>
          </p:cNvPr>
          <p:cNvSpPr/>
          <p:nvPr/>
        </p:nvSpPr>
        <p:spPr>
          <a:xfrm>
            <a:off x="114300" y="127000"/>
            <a:ext cx="11963400" cy="6578600"/>
          </a:xfrm>
          <a:prstGeom prst="roundRect">
            <a:avLst>
              <a:gd name="adj" fmla="val 282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B0BF7E-52C5-95B9-8A96-F1C523984A4F}"/>
              </a:ext>
            </a:extLst>
          </p:cNvPr>
          <p:cNvSpPr/>
          <p:nvPr/>
        </p:nvSpPr>
        <p:spPr>
          <a:xfrm>
            <a:off x="203822" y="1135525"/>
            <a:ext cx="11798508" cy="845675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40276A-17CC-F159-F97C-E548D493214E}"/>
              </a:ext>
            </a:extLst>
          </p:cNvPr>
          <p:cNvSpPr/>
          <p:nvPr/>
        </p:nvSpPr>
        <p:spPr>
          <a:xfrm>
            <a:off x="203822" y="2095500"/>
            <a:ext cx="2116667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CD2A1E-1FD8-4AA4-9D6A-3BE26C24487A}"/>
              </a:ext>
            </a:extLst>
          </p:cNvPr>
          <p:cNvSpPr/>
          <p:nvPr/>
        </p:nvSpPr>
        <p:spPr>
          <a:xfrm>
            <a:off x="2405155" y="2095500"/>
            <a:ext cx="2116667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F8A760D-BD67-A07B-3155-320C1D3F4F60}"/>
              </a:ext>
            </a:extLst>
          </p:cNvPr>
          <p:cNvSpPr/>
          <p:nvPr/>
        </p:nvSpPr>
        <p:spPr>
          <a:xfrm>
            <a:off x="203822" y="3340099"/>
            <a:ext cx="2116667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D5B6B67-180E-F8B7-2DE5-1CF3E6CC4083}"/>
              </a:ext>
            </a:extLst>
          </p:cNvPr>
          <p:cNvSpPr/>
          <p:nvPr/>
        </p:nvSpPr>
        <p:spPr>
          <a:xfrm>
            <a:off x="2405155" y="3340098"/>
            <a:ext cx="2116667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AF09725-05CA-42AA-7F51-404EFF5BE141}"/>
              </a:ext>
            </a:extLst>
          </p:cNvPr>
          <p:cNvSpPr/>
          <p:nvPr/>
        </p:nvSpPr>
        <p:spPr>
          <a:xfrm>
            <a:off x="189670" y="4580463"/>
            <a:ext cx="4326841" cy="1921936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4464BDF-B5BC-4024-6960-5D3F8D8B3465}"/>
              </a:ext>
            </a:extLst>
          </p:cNvPr>
          <p:cNvSpPr/>
          <p:nvPr/>
        </p:nvSpPr>
        <p:spPr>
          <a:xfrm>
            <a:off x="9008228" y="2082800"/>
            <a:ext cx="2994102" cy="95433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FB070DE-5AF7-ED27-AEE3-C51F71DB456E}"/>
              </a:ext>
            </a:extLst>
          </p:cNvPr>
          <p:cNvSpPr/>
          <p:nvPr/>
        </p:nvSpPr>
        <p:spPr>
          <a:xfrm>
            <a:off x="9011968" y="3138731"/>
            <a:ext cx="2990361" cy="3363669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24FDD9-8866-6D19-76F3-7F4C2BC092A9}"/>
              </a:ext>
            </a:extLst>
          </p:cNvPr>
          <p:cNvSpPr txBox="1"/>
          <p:nvPr/>
        </p:nvSpPr>
        <p:spPr>
          <a:xfrm>
            <a:off x="552866" y="2127488"/>
            <a:ext cx="1321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Total Deposit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EF2420-DFFA-CC52-A766-2A0D60A14B0A}"/>
              </a:ext>
            </a:extLst>
          </p:cNvPr>
          <p:cNvSpPr txBox="1"/>
          <p:nvPr/>
        </p:nvSpPr>
        <p:spPr>
          <a:xfrm>
            <a:off x="2745565" y="2127487"/>
            <a:ext cx="1349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Bank Deposit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ABA5E2A3-CF0A-C6D0-9506-E09486D5F2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719" y="2409960"/>
            <a:ext cx="488976" cy="54314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29CE6F7-C21F-E203-AF82-9AE82059B6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114" y="2421181"/>
            <a:ext cx="522791" cy="5207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1D248FD-EC95-F8BA-CBB2-8297545C23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132" y="3791737"/>
            <a:ext cx="544773" cy="491952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E0ECCCEB-518B-1172-8AAB-106528CD1AC8}"/>
              </a:ext>
            </a:extLst>
          </p:cNvPr>
          <p:cNvSpPr txBox="1"/>
          <p:nvPr/>
        </p:nvSpPr>
        <p:spPr>
          <a:xfrm>
            <a:off x="7217774" y="185903"/>
            <a:ext cx="1500144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LOAN ANALYSIS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9C9D1C0-E5F5-BD7F-8BCE-64DD5D5BF081}"/>
              </a:ext>
            </a:extLst>
          </p:cNvPr>
          <p:cNvSpPr txBox="1"/>
          <p:nvPr/>
        </p:nvSpPr>
        <p:spPr>
          <a:xfrm>
            <a:off x="8832400" y="185903"/>
            <a:ext cx="1841940" cy="30777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DEPOSIT ANALYSIS</a:t>
            </a:r>
            <a:endParaRPr lang="en-IN" sz="14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8F0CA3-2B21-9C50-F3D2-9738B407FAF5}"/>
              </a:ext>
            </a:extLst>
          </p:cNvPr>
          <p:cNvSpPr txBox="1"/>
          <p:nvPr/>
        </p:nvSpPr>
        <p:spPr>
          <a:xfrm>
            <a:off x="10788822" y="185903"/>
            <a:ext cx="114523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SUMMARY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251DC1-5359-7A19-D380-F93B86BD8B53}"/>
              </a:ext>
            </a:extLst>
          </p:cNvPr>
          <p:cNvSpPr txBox="1"/>
          <p:nvPr/>
        </p:nvSpPr>
        <p:spPr>
          <a:xfrm>
            <a:off x="624528" y="185903"/>
            <a:ext cx="86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HOME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CF1F101-1589-3ADF-BDED-265EB10EE18B}"/>
              </a:ext>
            </a:extLst>
          </p:cNvPr>
          <p:cNvSpPr txBox="1"/>
          <p:nvPr/>
        </p:nvSpPr>
        <p:spPr>
          <a:xfrm>
            <a:off x="552866" y="1178831"/>
            <a:ext cx="191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Banking Relationship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4533636-5395-A6E2-B1B9-0F872FC080A6}"/>
              </a:ext>
            </a:extLst>
          </p:cNvPr>
          <p:cNvSpPr txBox="1"/>
          <p:nvPr/>
        </p:nvSpPr>
        <p:spPr>
          <a:xfrm>
            <a:off x="4350366" y="1186275"/>
            <a:ext cx="191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Gender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D5F9B7-5DC5-7C7F-64E7-14F4DA4D010A}"/>
              </a:ext>
            </a:extLst>
          </p:cNvPr>
          <p:cNvSpPr txBox="1"/>
          <p:nvPr/>
        </p:nvSpPr>
        <p:spPr>
          <a:xfrm>
            <a:off x="8209168" y="1213301"/>
            <a:ext cx="191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Institution Advisor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CB777573-CEFA-42D9-82A5-CEB5FE2087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123" y="163490"/>
            <a:ext cx="382405" cy="352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88F2BD-0F65-92F5-028E-29C0D162D4D2}"/>
              </a:ext>
            </a:extLst>
          </p:cNvPr>
          <p:cNvSpPr txBox="1"/>
          <p:nvPr/>
        </p:nvSpPr>
        <p:spPr>
          <a:xfrm>
            <a:off x="689098" y="4611353"/>
            <a:ext cx="2602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Bank Deposit By Income Band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3A28E1-AB27-A87F-0F1B-5979E07F7752}"/>
              </a:ext>
            </a:extLst>
          </p:cNvPr>
          <p:cNvSpPr txBox="1"/>
          <p:nvPr/>
        </p:nvSpPr>
        <p:spPr>
          <a:xfrm>
            <a:off x="9043455" y="2127486"/>
            <a:ext cx="2794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Foreign Currency Amount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B6F1AD-D8F9-CB49-D216-52F99EEBE075}"/>
              </a:ext>
            </a:extLst>
          </p:cNvPr>
          <p:cNvSpPr txBox="1"/>
          <p:nvPr/>
        </p:nvSpPr>
        <p:spPr>
          <a:xfrm>
            <a:off x="8893392" y="3163897"/>
            <a:ext cx="3094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Total Deposit By Nationality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5CC1A5-D0A7-77C0-2FB2-0638D330E4B0}"/>
              </a:ext>
            </a:extLst>
          </p:cNvPr>
          <p:cNvSpPr txBox="1"/>
          <p:nvPr/>
        </p:nvSpPr>
        <p:spPr>
          <a:xfrm>
            <a:off x="419982" y="3393986"/>
            <a:ext cx="1895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Savings Acc. Amount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8D5B14-8C49-2D4B-A916-9153C7EAA565}"/>
              </a:ext>
            </a:extLst>
          </p:cNvPr>
          <p:cNvSpPr txBox="1"/>
          <p:nvPr/>
        </p:nvSpPr>
        <p:spPr>
          <a:xfrm>
            <a:off x="2549157" y="3393986"/>
            <a:ext cx="1976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Checking Acc. Amount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C7FFA95-773D-FB40-8AE8-0EBBCB1A6E2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800" y="3790359"/>
            <a:ext cx="537033" cy="5107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9EB1A10-F220-545C-D223-8C6FF80AA95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8611" y="2373775"/>
            <a:ext cx="581046" cy="6159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1CABDD-8AEF-3E34-762A-49AAC508DAC2}"/>
              </a:ext>
            </a:extLst>
          </p:cNvPr>
          <p:cNvSpPr/>
          <p:nvPr/>
        </p:nvSpPr>
        <p:spPr>
          <a:xfrm>
            <a:off x="7353300" y="516090"/>
            <a:ext cx="4649030" cy="517835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17AC2D-5AA2-8F20-B9BD-2B4AFACB7DCC}"/>
              </a:ext>
            </a:extLst>
          </p:cNvPr>
          <p:cNvSpPr txBox="1"/>
          <p:nvPr/>
        </p:nvSpPr>
        <p:spPr>
          <a:xfrm>
            <a:off x="7383340" y="621118"/>
            <a:ext cx="1169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Joining Year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F8F9A8-3FEF-EA8B-704F-CB81AB62AAF9}"/>
              </a:ext>
            </a:extLst>
          </p:cNvPr>
          <p:cNvSpPr/>
          <p:nvPr/>
        </p:nvSpPr>
        <p:spPr>
          <a:xfrm>
            <a:off x="4594208" y="2095500"/>
            <a:ext cx="4328637" cy="21082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5EB8A3-928D-D086-4377-38DCDBA95C86}"/>
              </a:ext>
            </a:extLst>
          </p:cNvPr>
          <p:cNvSpPr/>
          <p:nvPr/>
        </p:nvSpPr>
        <p:spPr>
          <a:xfrm>
            <a:off x="4600707" y="4301066"/>
            <a:ext cx="4328637" cy="2264834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535C0B-25CE-0342-E17C-6B1E63C54D2E}"/>
              </a:ext>
            </a:extLst>
          </p:cNvPr>
          <p:cNvSpPr txBox="1"/>
          <p:nvPr/>
        </p:nvSpPr>
        <p:spPr>
          <a:xfrm>
            <a:off x="5103014" y="4320742"/>
            <a:ext cx="3614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Total Deposit By Engagement TimeFrame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C03E60-54EC-6102-212C-E9BB7D3355E3}"/>
              </a:ext>
            </a:extLst>
          </p:cNvPr>
          <p:cNvSpPr txBox="1"/>
          <p:nvPr/>
        </p:nvSpPr>
        <p:spPr>
          <a:xfrm>
            <a:off x="5173186" y="2110883"/>
            <a:ext cx="2794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Monthly Deposit Trend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25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AE59B-3A17-6CC2-DF39-5509D6D9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5F6AB41-C9BC-4DB0-FE7B-E74F73DC7480}"/>
              </a:ext>
            </a:extLst>
          </p:cNvPr>
          <p:cNvSpPr/>
          <p:nvPr/>
        </p:nvSpPr>
        <p:spPr>
          <a:xfrm>
            <a:off x="114300" y="127000"/>
            <a:ext cx="11963400" cy="6578600"/>
          </a:xfrm>
          <a:prstGeom prst="roundRect">
            <a:avLst>
              <a:gd name="adj" fmla="val 282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A29E10-97DE-640B-B3A3-79BA1477C978}"/>
              </a:ext>
            </a:extLst>
          </p:cNvPr>
          <p:cNvSpPr/>
          <p:nvPr/>
        </p:nvSpPr>
        <p:spPr>
          <a:xfrm>
            <a:off x="203822" y="1135525"/>
            <a:ext cx="11798508" cy="845675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B2F926A-0711-D6C5-056C-9EF166B2C84A}"/>
              </a:ext>
            </a:extLst>
          </p:cNvPr>
          <p:cNvSpPr txBox="1"/>
          <p:nvPr/>
        </p:nvSpPr>
        <p:spPr>
          <a:xfrm>
            <a:off x="7217774" y="185903"/>
            <a:ext cx="1500144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LOAN ANALYSIS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510B477-5E11-D765-78A1-D50111C6FAC5}"/>
              </a:ext>
            </a:extLst>
          </p:cNvPr>
          <p:cNvSpPr txBox="1"/>
          <p:nvPr/>
        </p:nvSpPr>
        <p:spPr>
          <a:xfrm>
            <a:off x="8832400" y="185903"/>
            <a:ext cx="184194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DEPOSIT ANALYSIS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958B7F9-B849-6993-465B-944867172F88}"/>
              </a:ext>
            </a:extLst>
          </p:cNvPr>
          <p:cNvSpPr txBox="1"/>
          <p:nvPr/>
        </p:nvSpPr>
        <p:spPr>
          <a:xfrm>
            <a:off x="10788822" y="185903"/>
            <a:ext cx="1145238" cy="30777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Bahnschrift" panose="020B0502040204020203" pitchFamily="34" charset="0"/>
              </a:rPr>
              <a:t>SUMMARY</a:t>
            </a:r>
            <a:endParaRPr lang="en-IN" sz="14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EB296C6-AE7F-CBF3-6C95-EADA20C0C5EE}"/>
              </a:ext>
            </a:extLst>
          </p:cNvPr>
          <p:cNvSpPr txBox="1"/>
          <p:nvPr/>
        </p:nvSpPr>
        <p:spPr>
          <a:xfrm>
            <a:off x="624528" y="185903"/>
            <a:ext cx="86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HOME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BE88D5-B3D6-1D65-8B71-AFE4CE58C23D}"/>
              </a:ext>
            </a:extLst>
          </p:cNvPr>
          <p:cNvSpPr txBox="1"/>
          <p:nvPr/>
        </p:nvSpPr>
        <p:spPr>
          <a:xfrm>
            <a:off x="552866" y="1178831"/>
            <a:ext cx="191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Banking Relationship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0EFADD7-ADC8-E0F6-90E9-32CC9829E9EE}"/>
              </a:ext>
            </a:extLst>
          </p:cNvPr>
          <p:cNvSpPr txBox="1"/>
          <p:nvPr/>
        </p:nvSpPr>
        <p:spPr>
          <a:xfrm>
            <a:off x="4350366" y="1186275"/>
            <a:ext cx="191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Gender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D95E757-0848-C920-BC08-027F61B17EFE}"/>
              </a:ext>
            </a:extLst>
          </p:cNvPr>
          <p:cNvSpPr txBox="1"/>
          <p:nvPr/>
        </p:nvSpPr>
        <p:spPr>
          <a:xfrm>
            <a:off x="8209168" y="1213301"/>
            <a:ext cx="191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Institution Advisor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E4C66503-E2E3-8271-8976-1643DEFFE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23" y="163490"/>
            <a:ext cx="382405" cy="352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EF31E21-F475-A609-A702-7C18673568AC}"/>
              </a:ext>
            </a:extLst>
          </p:cNvPr>
          <p:cNvSpPr/>
          <p:nvPr/>
        </p:nvSpPr>
        <p:spPr>
          <a:xfrm>
            <a:off x="203823" y="2106859"/>
            <a:ext cx="2792520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10BF8A-E77B-BC64-EAC1-5C58E7B5E90E}"/>
              </a:ext>
            </a:extLst>
          </p:cNvPr>
          <p:cNvSpPr txBox="1"/>
          <p:nvPr/>
        </p:nvSpPr>
        <p:spPr>
          <a:xfrm>
            <a:off x="873398" y="2140135"/>
            <a:ext cx="1358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Total Clients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0C5D03-319B-6867-4392-B0BF8A651DDC}"/>
              </a:ext>
            </a:extLst>
          </p:cNvPr>
          <p:cNvSpPr/>
          <p:nvPr/>
        </p:nvSpPr>
        <p:spPr>
          <a:xfrm>
            <a:off x="3243464" y="2100983"/>
            <a:ext cx="2725211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5555D1-ED32-9CCD-0971-B7202585C499}"/>
              </a:ext>
            </a:extLst>
          </p:cNvPr>
          <p:cNvSpPr/>
          <p:nvPr/>
        </p:nvSpPr>
        <p:spPr>
          <a:xfrm>
            <a:off x="6233098" y="2099593"/>
            <a:ext cx="2725211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83D7DC-36FB-49BE-B745-7836E978F918}"/>
              </a:ext>
            </a:extLst>
          </p:cNvPr>
          <p:cNvSpPr/>
          <p:nvPr/>
        </p:nvSpPr>
        <p:spPr>
          <a:xfrm>
            <a:off x="9222732" y="2082800"/>
            <a:ext cx="2765445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C1F366-A200-E577-E54D-38EDCB9D3748}"/>
              </a:ext>
            </a:extLst>
          </p:cNvPr>
          <p:cNvSpPr/>
          <p:nvPr/>
        </p:nvSpPr>
        <p:spPr>
          <a:xfrm>
            <a:off x="203822" y="3652625"/>
            <a:ext cx="2792520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7C1D7C-FF94-53F2-16A2-FE2F7EA14712}"/>
              </a:ext>
            </a:extLst>
          </p:cNvPr>
          <p:cNvSpPr/>
          <p:nvPr/>
        </p:nvSpPr>
        <p:spPr>
          <a:xfrm>
            <a:off x="3243463" y="3646749"/>
            <a:ext cx="2725211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C71249-5A88-36C2-C5DD-5651D4850A6F}"/>
              </a:ext>
            </a:extLst>
          </p:cNvPr>
          <p:cNvSpPr/>
          <p:nvPr/>
        </p:nvSpPr>
        <p:spPr>
          <a:xfrm>
            <a:off x="6233097" y="3645359"/>
            <a:ext cx="2725211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95307E-EF24-66DE-05F9-0CFA8720C184}"/>
              </a:ext>
            </a:extLst>
          </p:cNvPr>
          <p:cNvSpPr/>
          <p:nvPr/>
        </p:nvSpPr>
        <p:spPr>
          <a:xfrm>
            <a:off x="9222731" y="3628566"/>
            <a:ext cx="2765445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750CF6-08CE-C20B-4A98-2494801F75F7}"/>
              </a:ext>
            </a:extLst>
          </p:cNvPr>
          <p:cNvSpPr/>
          <p:nvPr/>
        </p:nvSpPr>
        <p:spPr>
          <a:xfrm>
            <a:off x="203822" y="5194440"/>
            <a:ext cx="2792520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03E54A-3259-1B73-65F6-3AE7320FB085}"/>
              </a:ext>
            </a:extLst>
          </p:cNvPr>
          <p:cNvSpPr/>
          <p:nvPr/>
        </p:nvSpPr>
        <p:spPr>
          <a:xfrm>
            <a:off x="3243463" y="5188564"/>
            <a:ext cx="2725211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545C80-9FB1-E8D1-0125-B5B71486B7D8}"/>
              </a:ext>
            </a:extLst>
          </p:cNvPr>
          <p:cNvSpPr/>
          <p:nvPr/>
        </p:nvSpPr>
        <p:spPr>
          <a:xfrm>
            <a:off x="6233097" y="5187174"/>
            <a:ext cx="2725211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9EF0FB-46B3-EEAF-0352-6114D163E50E}"/>
              </a:ext>
            </a:extLst>
          </p:cNvPr>
          <p:cNvSpPr/>
          <p:nvPr/>
        </p:nvSpPr>
        <p:spPr>
          <a:xfrm>
            <a:off x="9222731" y="5170381"/>
            <a:ext cx="2765445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1E25F7-7A26-F13B-6975-BEC8F983F2C9}"/>
              </a:ext>
            </a:extLst>
          </p:cNvPr>
          <p:cNvSpPr txBox="1"/>
          <p:nvPr/>
        </p:nvSpPr>
        <p:spPr>
          <a:xfrm>
            <a:off x="4083350" y="2147232"/>
            <a:ext cx="1114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Total Loan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8D460B-6236-AFB7-A869-6B2F8FAB96C3}"/>
              </a:ext>
            </a:extLst>
          </p:cNvPr>
          <p:cNvSpPr txBox="1"/>
          <p:nvPr/>
        </p:nvSpPr>
        <p:spPr>
          <a:xfrm>
            <a:off x="900205" y="3729412"/>
            <a:ext cx="1365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Total Deposit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00B98A-095C-04D0-1681-B7815C6A936F}"/>
              </a:ext>
            </a:extLst>
          </p:cNvPr>
          <p:cNvSpPr txBox="1"/>
          <p:nvPr/>
        </p:nvSpPr>
        <p:spPr>
          <a:xfrm>
            <a:off x="567192" y="5228936"/>
            <a:ext cx="1830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Credit Card Balance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9B675D-B882-8D09-9C73-F23E11592BB8}"/>
              </a:ext>
            </a:extLst>
          </p:cNvPr>
          <p:cNvSpPr txBox="1"/>
          <p:nvPr/>
        </p:nvSpPr>
        <p:spPr>
          <a:xfrm>
            <a:off x="4068533" y="3737205"/>
            <a:ext cx="1114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Total Fees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E0DC87-1CE6-EA9E-B413-14EC79F2CBC9}"/>
              </a:ext>
            </a:extLst>
          </p:cNvPr>
          <p:cNvSpPr txBox="1"/>
          <p:nvPr/>
        </p:nvSpPr>
        <p:spPr>
          <a:xfrm>
            <a:off x="3507886" y="5253692"/>
            <a:ext cx="21887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Saving Account Amount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B145C2-4E94-DDFC-F197-560763705D5F}"/>
              </a:ext>
            </a:extLst>
          </p:cNvPr>
          <p:cNvSpPr txBox="1"/>
          <p:nvPr/>
        </p:nvSpPr>
        <p:spPr>
          <a:xfrm>
            <a:off x="7003564" y="2145841"/>
            <a:ext cx="1114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Bank Loan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AC876A-4E6C-4470-7BF3-E4002B068C06}"/>
              </a:ext>
            </a:extLst>
          </p:cNvPr>
          <p:cNvSpPr txBox="1"/>
          <p:nvPr/>
        </p:nvSpPr>
        <p:spPr>
          <a:xfrm>
            <a:off x="6844814" y="3710304"/>
            <a:ext cx="1455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Bank Deposit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CF1921-7B7A-FF53-C629-8FC3FAFB635B}"/>
              </a:ext>
            </a:extLst>
          </p:cNvPr>
          <p:cNvSpPr txBox="1"/>
          <p:nvPr/>
        </p:nvSpPr>
        <p:spPr>
          <a:xfrm>
            <a:off x="6451111" y="5252302"/>
            <a:ext cx="2304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Foreign Currency Amount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BFF921-63FB-B865-1A90-CB2964E34E40}"/>
              </a:ext>
            </a:extLst>
          </p:cNvPr>
          <p:cNvSpPr txBox="1"/>
          <p:nvPr/>
        </p:nvSpPr>
        <p:spPr>
          <a:xfrm>
            <a:off x="9776754" y="2100983"/>
            <a:ext cx="1717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Business Lending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395AB9-16AC-B063-B5B4-80CD080C28AA}"/>
              </a:ext>
            </a:extLst>
          </p:cNvPr>
          <p:cNvSpPr txBox="1"/>
          <p:nvPr/>
        </p:nvSpPr>
        <p:spPr>
          <a:xfrm>
            <a:off x="9335595" y="3695495"/>
            <a:ext cx="25679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Checking Account Amount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BEAD5A-52FE-D7B4-B771-4E58566BA0CE}"/>
              </a:ext>
            </a:extLst>
          </p:cNvPr>
          <p:cNvSpPr txBox="1"/>
          <p:nvPr/>
        </p:nvSpPr>
        <p:spPr>
          <a:xfrm>
            <a:off x="9459052" y="5228937"/>
            <a:ext cx="244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Engagement Length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759D9A1-1928-29DB-D50E-357D7BE607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516" y="4122381"/>
            <a:ext cx="521531" cy="543144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F38704F-DF34-D015-1F1C-E1220B50B3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500" y="5706283"/>
            <a:ext cx="561226" cy="53703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975398A2-9E2E-B967-9022-AAA361ACDBD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9479" y="4137838"/>
            <a:ext cx="544157" cy="5207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43BDE28-9645-4666-A9B8-DDEC3326368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7366" y="4169410"/>
            <a:ext cx="575409" cy="491952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E8D6719-CA03-19F9-E975-DB66B22FB19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727" y="2550186"/>
            <a:ext cx="841157" cy="570794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C59AECC3-8DA5-551B-564C-FCDBEEABE5F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259" y="2535258"/>
            <a:ext cx="639466" cy="6119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84FDE8BE-0344-6A5C-C3D8-B3CB1BC095B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383" y="4099288"/>
            <a:ext cx="857833" cy="571862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2B966BC-F24B-3049-246F-472E9941508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56" y="5632522"/>
            <a:ext cx="795238" cy="67330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0CDA86A-5C20-D306-9093-AF03D19A955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3998" y="2535994"/>
            <a:ext cx="519121" cy="599408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66ECDD57-00B4-8C7A-3270-385E85409C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3347" y="2579468"/>
            <a:ext cx="544157" cy="520700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04344CD6-A89D-2500-0083-D0601968478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9480" y="5665434"/>
            <a:ext cx="607222" cy="61595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BAB34515-BAA0-8131-9960-6449AD03826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8416" y="5577851"/>
            <a:ext cx="700518" cy="7154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ACC4264-F509-23A9-E561-4DAF229049B4}"/>
              </a:ext>
            </a:extLst>
          </p:cNvPr>
          <p:cNvSpPr/>
          <p:nvPr/>
        </p:nvSpPr>
        <p:spPr>
          <a:xfrm>
            <a:off x="7353300" y="516090"/>
            <a:ext cx="4649030" cy="517835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11E9E6-25B7-11C1-C37D-0F1A4C2F0E0B}"/>
              </a:ext>
            </a:extLst>
          </p:cNvPr>
          <p:cNvSpPr txBox="1"/>
          <p:nvPr/>
        </p:nvSpPr>
        <p:spPr>
          <a:xfrm>
            <a:off x="7383340" y="621118"/>
            <a:ext cx="1169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Joining Year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656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EC35DB-B5D1-4D81-E9DB-82F0D0D12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5BC26CE-061D-9E6B-BEFE-D10550189010}"/>
              </a:ext>
            </a:extLst>
          </p:cNvPr>
          <p:cNvSpPr/>
          <p:nvPr/>
        </p:nvSpPr>
        <p:spPr>
          <a:xfrm>
            <a:off x="114300" y="127000"/>
            <a:ext cx="11963400" cy="6578600"/>
          </a:xfrm>
          <a:prstGeom prst="roundRect">
            <a:avLst>
              <a:gd name="adj" fmla="val 282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419AA4-10B3-9A93-D543-46B0D672D85C}"/>
              </a:ext>
            </a:extLst>
          </p:cNvPr>
          <p:cNvSpPr/>
          <p:nvPr/>
        </p:nvSpPr>
        <p:spPr>
          <a:xfrm>
            <a:off x="203822" y="1135525"/>
            <a:ext cx="11798508" cy="845675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EC283F5-A50E-BDD7-3A73-1F720CAD36F0}"/>
              </a:ext>
            </a:extLst>
          </p:cNvPr>
          <p:cNvSpPr/>
          <p:nvPr/>
        </p:nvSpPr>
        <p:spPr>
          <a:xfrm>
            <a:off x="7353300" y="516090"/>
            <a:ext cx="4649030" cy="517835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F11413-EDE4-37EF-B9AE-727158E0EE89}"/>
              </a:ext>
            </a:extLst>
          </p:cNvPr>
          <p:cNvSpPr txBox="1"/>
          <p:nvPr/>
        </p:nvSpPr>
        <p:spPr>
          <a:xfrm>
            <a:off x="7383340" y="621118"/>
            <a:ext cx="1169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Joining Year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E1E6F38-A3BE-4DD7-772B-379916A89F76}"/>
              </a:ext>
            </a:extLst>
          </p:cNvPr>
          <p:cNvSpPr txBox="1"/>
          <p:nvPr/>
        </p:nvSpPr>
        <p:spPr>
          <a:xfrm>
            <a:off x="7217774" y="185903"/>
            <a:ext cx="1500144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LOAN ANALYSIS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B38202C-EE28-99A2-635F-038BB9E052AD}"/>
              </a:ext>
            </a:extLst>
          </p:cNvPr>
          <p:cNvSpPr txBox="1"/>
          <p:nvPr/>
        </p:nvSpPr>
        <p:spPr>
          <a:xfrm>
            <a:off x="8832400" y="185903"/>
            <a:ext cx="184194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DEPOSIT ANALYSIS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D79D73-E08A-6F50-BB9D-6EB99E10D277}"/>
              </a:ext>
            </a:extLst>
          </p:cNvPr>
          <p:cNvSpPr txBox="1"/>
          <p:nvPr/>
        </p:nvSpPr>
        <p:spPr>
          <a:xfrm>
            <a:off x="10788822" y="185903"/>
            <a:ext cx="114523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SUMMARY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407B68A-7AE6-117E-5DA5-F5C7A4BF08E7}"/>
              </a:ext>
            </a:extLst>
          </p:cNvPr>
          <p:cNvSpPr txBox="1"/>
          <p:nvPr/>
        </p:nvSpPr>
        <p:spPr>
          <a:xfrm>
            <a:off x="624528" y="185903"/>
            <a:ext cx="86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HOME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A9B2C30-8D04-A1A0-798B-55F5DCF52163}"/>
              </a:ext>
            </a:extLst>
          </p:cNvPr>
          <p:cNvSpPr txBox="1"/>
          <p:nvPr/>
        </p:nvSpPr>
        <p:spPr>
          <a:xfrm>
            <a:off x="552866" y="1178831"/>
            <a:ext cx="191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Banking Relationship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73C98D9-1AF3-1A0E-A9A2-EAED281837B8}"/>
              </a:ext>
            </a:extLst>
          </p:cNvPr>
          <p:cNvSpPr txBox="1"/>
          <p:nvPr/>
        </p:nvSpPr>
        <p:spPr>
          <a:xfrm>
            <a:off x="4350366" y="1186275"/>
            <a:ext cx="191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Gender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C303496-C6D8-E61C-E575-8E76E34905DD}"/>
              </a:ext>
            </a:extLst>
          </p:cNvPr>
          <p:cNvSpPr txBox="1"/>
          <p:nvPr/>
        </p:nvSpPr>
        <p:spPr>
          <a:xfrm>
            <a:off x="8209168" y="1213301"/>
            <a:ext cx="191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Institution Advisor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6CBC79C2-63E6-145E-67A2-F96FA05D1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23" y="163490"/>
            <a:ext cx="382405" cy="352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6D83324-97BB-F25A-7EA9-9646B4DF8EA1}"/>
              </a:ext>
            </a:extLst>
          </p:cNvPr>
          <p:cNvSpPr/>
          <p:nvPr/>
        </p:nvSpPr>
        <p:spPr>
          <a:xfrm>
            <a:off x="203822" y="2082800"/>
            <a:ext cx="7915824" cy="4466166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F80074-A807-8711-3C1C-695517A3A68A}"/>
              </a:ext>
            </a:extLst>
          </p:cNvPr>
          <p:cNvSpPr/>
          <p:nvPr/>
        </p:nvSpPr>
        <p:spPr>
          <a:xfrm>
            <a:off x="8209168" y="2082800"/>
            <a:ext cx="3779010" cy="198120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754E6A-ADBC-164A-B1DA-3A7979B4B8A2}"/>
              </a:ext>
            </a:extLst>
          </p:cNvPr>
          <p:cNvSpPr/>
          <p:nvPr/>
        </p:nvSpPr>
        <p:spPr>
          <a:xfrm>
            <a:off x="8209168" y="4165600"/>
            <a:ext cx="3779010" cy="2383367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4FD4A0-3065-7658-2D98-E79C3FA60952}"/>
              </a:ext>
            </a:extLst>
          </p:cNvPr>
          <p:cNvSpPr txBox="1"/>
          <p:nvPr/>
        </p:nvSpPr>
        <p:spPr>
          <a:xfrm>
            <a:off x="8575001" y="2106711"/>
            <a:ext cx="3047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Total Fees By Loyalty Classification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D1FCC9-72A7-E578-4070-782E36F5D7D9}"/>
              </a:ext>
            </a:extLst>
          </p:cNvPr>
          <p:cNvSpPr txBox="1"/>
          <p:nvPr/>
        </p:nvSpPr>
        <p:spPr>
          <a:xfrm>
            <a:off x="8209168" y="4189511"/>
            <a:ext cx="3793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Bahnschrift" panose="020B0502040204020203" pitchFamily="34" charset="0"/>
              </a:rPr>
              <a:t>Total Fees &amp; Eng. Length By Nationality</a:t>
            </a:r>
            <a:endParaRPr lang="en-IN" sz="14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798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181</Words>
  <Application>Microsoft Office PowerPoint</Application>
  <PresentationFormat>Widescreen</PresentationFormat>
  <Paragraphs>79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Akoto</dc:creator>
  <cp:lastModifiedBy>Eric Akoto</cp:lastModifiedBy>
  <cp:revision>2</cp:revision>
  <dcterms:created xsi:type="dcterms:W3CDTF">2025-11-05T00:23:10Z</dcterms:created>
  <dcterms:modified xsi:type="dcterms:W3CDTF">2025-11-06T19:07:58Z</dcterms:modified>
</cp:coreProperties>
</file>